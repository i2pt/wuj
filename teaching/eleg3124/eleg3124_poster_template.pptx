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1089600" cy="20116800"/>
  <p:notesSz cx="7010400" cy="9296400"/>
  <p:defaultTextStyle>
    <a:defPPr>
      <a:defRPr lang="en-US"/>
    </a:defPPr>
    <a:lvl1pPr marL="0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228954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2457907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3686861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4915814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6144768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7373722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8602675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9831629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FF0000"/>
    <a:srgbClr val="CC00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45" d="100"/>
          <a:sy n="45" d="100"/>
        </p:scale>
        <p:origin x="3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1720" y="3292265"/>
            <a:ext cx="26426160" cy="7003627"/>
          </a:xfrm>
        </p:spPr>
        <p:txBody>
          <a:bodyPr anchor="b"/>
          <a:lstStyle>
            <a:lvl1pPr algn="ctr">
              <a:defRPr sz="17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0" y="10565978"/>
            <a:ext cx="23317200" cy="4856902"/>
          </a:xfrm>
        </p:spPr>
        <p:txBody>
          <a:bodyPr/>
          <a:lstStyle>
            <a:lvl1pPr marL="0" indent="0" algn="ctr">
              <a:buNone/>
              <a:defRPr sz="7040"/>
            </a:lvl1pPr>
            <a:lvl2pPr marL="1341105" indent="0" algn="ctr">
              <a:buNone/>
              <a:defRPr sz="5867"/>
            </a:lvl2pPr>
            <a:lvl3pPr marL="2682210" indent="0" algn="ctr">
              <a:buNone/>
              <a:defRPr sz="5280"/>
            </a:lvl3pPr>
            <a:lvl4pPr marL="4023314" indent="0" algn="ctr">
              <a:buNone/>
              <a:defRPr sz="4693"/>
            </a:lvl4pPr>
            <a:lvl5pPr marL="5364419" indent="0" algn="ctr">
              <a:buNone/>
              <a:defRPr sz="4693"/>
            </a:lvl5pPr>
            <a:lvl6pPr marL="6705524" indent="0" algn="ctr">
              <a:buNone/>
              <a:defRPr sz="4693"/>
            </a:lvl6pPr>
            <a:lvl7pPr marL="8046629" indent="0" algn="ctr">
              <a:buNone/>
              <a:defRPr sz="4693"/>
            </a:lvl7pPr>
            <a:lvl8pPr marL="9387733" indent="0" algn="ctr">
              <a:buNone/>
              <a:defRPr sz="4693"/>
            </a:lvl8pPr>
            <a:lvl9pPr marL="10728838" indent="0" algn="ctr">
              <a:buNone/>
              <a:defRPr sz="469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22FB-FA91-4C56-BF7B-08F548304E33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FE81-9620-46F9-A978-5879F6004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13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22FB-FA91-4C56-BF7B-08F548304E33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FE81-9620-46F9-A978-5879F6004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6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1219" y="5015236"/>
            <a:ext cx="26814780" cy="8368029"/>
          </a:xfrm>
        </p:spPr>
        <p:txBody>
          <a:bodyPr anchor="b"/>
          <a:lstStyle>
            <a:lvl1pPr>
              <a:defRPr sz="17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219" y="13462429"/>
            <a:ext cx="26814780" cy="4400549"/>
          </a:xfrm>
        </p:spPr>
        <p:txBody>
          <a:bodyPr/>
          <a:lstStyle>
            <a:lvl1pPr marL="0" indent="0">
              <a:buNone/>
              <a:defRPr sz="7040">
                <a:solidFill>
                  <a:schemeClr val="tx1"/>
                </a:solidFill>
              </a:defRPr>
            </a:lvl1pPr>
            <a:lvl2pPr marL="1341105" indent="0">
              <a:buNone/>
              <a:defRPr sz="5867">
                <a:solidFill>
                  <a:schemeClr val="tx1">
                    <a:tint val="75000"/>
                  </a:schemeClr>
                </a:solidFill>
              </a:defRPr>
            </a:lvl2pPr>
            <a:lvl3pPr marL="2682210" indent="0">
              <a:buNone/>
              <a:defRPr sz="5280">
                <a:solidFill>
                  <a:schemeClr val="tx1">
                    <a:tint val="75000"/>
                  </a:schemeClr>
                </a:solidFill>
              </a:defRPr>
            </a:lvl3pPr>
            <a:lvl4pPr marL="4023314" indent="0">
              <a:buNone/>
              <a:defRPr sz="4693">
                <a:solidFill>
                  <a:schemeClr val="tx1">
                    <a:tint val="75000"/>
                  </a:schemeClr>
                </a:solidFill>
              </a:defRPr>
            </a:lvl4pPr>
            <a:lvl5pPr marL="5364419" indent="0">
              <a:buNone/>
              <a:defRPr sz="4693">
                <a:solidFill>
                  <a:schemeClr val="tx1">
                    <a:tint val="75000"/>
                  </a:schemeClr>
                </a:solidFill>
              </a:defRPr>
            </a:lvl5pPr>
            <a:lvl6pPr marL="6705524" indent="0">
              <a:buNone/>
              <a:defRPr sz="4693">
                <a:solidFill>
                  <a:schemeClr val="tx1">
                    <a:tint val="75000"/>
                  </a:schemeClr>
                </a:solidFill>
              </a:defRPr>
            </a:lvl6pPr>
            <a:lvl7pPr marL="8046629" indent="0">
              <a:buNone/>
              <a:defRPr sz="4693">
                <a:solidFill>
                  <a:schemeClr val="tx1">
                    <a:tint val="75000"/>
                  </a:schemeClr>
                </a:solidFill>
              </a:defRPr>
            </a:lvl7pPr>
            <a:lvl8pPr marL="9387733" indent="0">
              <a:buNone/>
              <a:defRPr sz="4693">
                <a:solidFill>
                  <a:schemeClr val="tx1">
                    <a:tint val="75000"/>
                  </a:schemeClr>
                </a:solidFill>
              </a:defRPr>
            </a:lvl8pPr>
            <a:lvl9pPr marL="10728838" indent="0">
              <a:buNone/>
              <a:defRPr sz="4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22FB-FA91-4C56-BF7B-08F548304E33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FE81-9620-46F9-A978-5879F6004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0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37410" y="5355167"/>
            <a:ext cx="13213080" cy="127639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39110" y="5355167"/>
            <a:ext cx="13213080" cy="127639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22FB-FA91-4C56-BF7B-08F548304E33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FE81-9620-46F9-A978-5879F6004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1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59" y="1071038"/>
            <a:ext cx="26814780" cy="388831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463" y="4931411"/>
            <a:ext cx="13152356" cy="2416809"/>
          </a:xfrm>
        </p:spPr>
        <p:txBody>
          <a:bodyPr anchor="b"/>
          <a:lstStyle>
            <a:lvl1pPr marL="0" indent="0">
              <a:buNone/>
              <a:defRPr sz="7040" b="1"/>
            </a:lvl1pPr>
            <a:lvl2pPr marL="1341105" indent="0">
              <a:buNone/>
              <a:defRPr sz="5867" b="1"/>
            </a:lvl2pPr>
            <a:lvl3pPr marL="2682210" indent="0">
              <a:buNone/>
              <a:defRPr sz="5280" b="1"/>
            </a:lvl3pPr>
            <a:lvl4pPr marL="4023314" indent="0">
              <a:buNone/>
              <a:defRPr sz="4693" b="1"/>
            </a:lvl4pPr>
            <a:lvl5pPr marL="5364419" indent="0">
              <a:buNone/>
              <a:defRPr sz="4693" b="1"/>
            </a:lvl5pPr>
            <a:lvl6pPr marL="6705524" indent="0">
              <a:buNone/>
              <a:defRPr sz="4693" b="1"/>
            </a:lvl6pPr>
            <a:lvl7pPr marL="8046629" indent="0">
              <a:buNone/>
              <a:defRPr sz="4693" b="1"/>
            </a:lvl7pPr>
            <a:lvl8pPr marL="9387733" indent="0">
              <a:buNone/>
              <a:defRPr sz="4693" b="1"/>
            </a:lvl8pPr>
            <a:lvl9pPr marL="10728838" indent="0">
              <a:buNone/>
              <a:defRPr sz="469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1463" y="7348220"/>
            <a:ext cx="13152356" cy="10808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739112" y="4931411"/>
            <a:ext cx="13217129" cy="2416809"/>
          </a:xfrm>
        </p:spPr>
        <p:txBody>
          <a:bodyPr anchor="b"/>
          <a:lstStyle>
            <a:lvl1pPr marL="0" indent="0">
              <a:buNone/>
              <a:defRPr sz="7040" b="1"/>
            </a:lvl1pPr>
            <a:lvl2pPr marL="1341105" indent="0">
              <a:buNone/>
              <a:defRPr sz="5867" b="1"/>
            </a:lvl2pPr>
            <a:lvl3pPr marL="2682210" indent="0">
              <a:buNone/>
              <a:defRPr sz="5280" b="1"/>
            </a:lvl3pPr>
            <a:lvl4pPr marL="4023314" indent="0">
              <a:buNone/>
              <a:defRPr sz="4693" b="1"/>
            </a:lvl4pPr>
            <a:lvl5pPr marL="5364419" indent="0">
              <a:buNone/>
              <a:defRPr sz="4693" b="1"/>
            </a:lvl5pPr>
            <a:lvl6pPr marL="6705524" indent="0">
              <a:buNone/>
              <a:defRPr sz="4693" b="1"/>
            </a:lvl6pPr>
            <a:lvl7pPr marL="8046629" indent="0">
              <a:buNone/>
              <a:defRPr sz="4693" b="1"/>
            </a:lvl7pPr>
            <a:lvl8pPr marL="9387733" indent="0">
              <a:buNone/>
              <a:defRPr sz="4693" b="1"/>
            </a:lvl8pPr>
            <a:lvl9pPr marL="10728838" indent="0">
              <a:buNone/>
              <a:defRPr sz="469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739112" y="7348220"/>
            <a:ext cx="13217129" cy="10808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22FB-FA91-4C56-BF7B-08F548304E33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FE81-9620-46F9-A978-5879F6004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2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22FB-FA91-4C56-BF7B-08F548304E33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FE81-9620-46F9-A978-5879F6004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4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22FB-FA91-4C56-BF7B-08F548304E33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FE81-9620-46F9-A978-5879F6004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7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60" y="1341120"/>
            <a:ext cx="10027205" cy="4693920"/>
          </a:xfrm>
        </p:spPr>
        <p:txBody>
          <a:bodyPr anchor="b"/>
          <a:lstStyle>
            <a:lvl1pPr>
              <a:defRPr sz="938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17129" y="2896451"/>
            <a:ext cx="15739110" cy="14295967"/>
          </a:xfrm>
        </p:spPr>
        <p:txBody>
          <a:bodyPr/>
          <a:lstStyle>
            <a:lvl1pPr>
              <a:defRPr sz="9387"/>
            </a:lvl1pPr>
            <a:lvl2pPr>
              <a:defRPr sz="8213"/>
            </a:lvl2pPr>
            <a:lvl3pPr>
              <a:defRPr sz="7040"/>
            </a:lvl3pPr>
            <a:lvl4pPr>
              <a:defRPr sz="5867"/>
            </a:lvl4pPr>
            <a:lvl5pPr>
              <a:defRPr sz="5867"/>
            </a:lvl5pPr>
            <a:lvl6pPr>
              <a:defRPr sz="5867"/>
            </a:lvl6pPr>
            <a:lvl7pPr>
              <a:defRPr sz="5867"/>
            </a:lvl7pPr>
            <a:lvl8pPr>
              <a:defRPr sz="5867"/>
            </a:lvl8pPr>
            <a:lvl9pPr>
              <a:defRPr sz="586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460" y="6035040"/>
            <a:ext cx="10027205" cy="11180658"/>
          </a:xfrm>
        </p:spPr>
        <p:txBody>
          <a:bodyPr/>
          <a:lstStyle>
            <a:lvl1pPr marL="0" indent="0">
              <a:buNone/>
              <a:defRPr sz="4693"/>
            </a:lvl1pPr>
            <a:lvl2pPr marL="1341105" indent="0">
              <a:buNone/>
              <a:defRPr sz="4107"/>
            </a:lvl2pPr>
            <a:lvl3pPr marL="2682210" indent="0">
              <a:buNone/>
              <a:defRPr sz="3520"/>
            </a:lvl3pPr>
            <a:lvl4pPr marL="4023314" indent="0">
              <a:buNone/>
              <a:defRPr sz="2933"/>
            </a:lvl4pPr>
            <a:lvl5pPr marL="5364419" indent="0">
              <a:buNone/>
              <a:defRPr sz="2933"/>
            </a:lvl5pPr>
            <a:lvl6pPr marL="6705524" indent="0">
              <a:buNone/>
              <a:defRPr sz="2933"/>
            </a:lvl6pPr>
            <a:lvl7pPr marL="8046629" indent="0">
              <a:buNone/>
              <a:defRPr sz="2933"/>
            </a:lvl7pPr>
            <a:lvl8pPr marL="9387733" indent="0">
              <a:buNone/>
              <a:defRPr sz="2933"/>
            </a:lvl8pPr>
            <a:lvl9pPr marL="10728838" indent="0">
              <a:buNone/>
              <a:defRPr sz="293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22FB-FA91-4C56-BF7B-08F548304E33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FE81-9620-46F9-A978-5879F6004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60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60" y="1341120"/>
            <a:ext cx="10027205" cy="4693920"/>
          </a:xfrm>
        </p:spPr>
        <p:txBody>
          <a:bodyPr anchor="b"/>
          <a:lstStyle>
            <a:lvl1pPr>
              <a:defRPr sz="938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217129" y="2896451"/>
            <a:ext cx="15739110" cy="14295967"/>
          </a:xfrm>
        </p:spPr>
        <p:txBody>
          <a:bodyPr anchor="t"/>
          <a:lstStyle>
            <a:lvl1pPr marL="0" indent="0">
              <a:buNone/>
              <a:defRPr sz="9387"/>
            </a:lvl1pPr>
            <a:lvl2pPr marL="1341105" indent="0">
              <a:buNone/>
              <a:defRPr sz="8213"/>
            </a:lvl2pPr>
            <a:lvl3pPr marL="2682210" indent="0">
              <a:buNone/>
              <a:defRPr sz="7040"/>
            </a:lvl3pPr>
            <a:lvl4pPr marL="4023314" indent="0">
              <a:buNone/>
              <a:defRPr sz="5867"/>
            </a:lvl4pPr>
            <a:lvl5pPr marL="5364419" indent="0">
              <a:buNone/>
              <a:defRPr sz="5867"/>
            </a:lvl5pPr>
            <a:lvl6pPr marL="6705524" indent="0">
              <a:buNone/>
              <a:defRPr sz="5867"/>
            </a:lvl6pPr>
            <a:lvl7pPr marL="8046629" indent="0">
              <a:buNone/>
              <a:defRPr sz="5867"/>
            </a:lvl7pPr>
            <a:lvl8pPr marL="9387733" indent="0">
              <a:buNone/>
              <a:defRPr sz="5867"/>
            </a:lvl8pPr>
            <a:lvl9pPr marL="10728838" indent="0">
              <a:buNone/>
              <a:defRPr sz="586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460" y="6035040"/>
            <a:ext cx="10027205" cy="11180658"/>
          </a:xfrm>
        </p:spPr>
        <p:txBody>
          <a:bodyPr/>
          <a:lstStyle>
            <a:lvl1pPr marL="0" indent="0">
              <a:buNone/>
              <a:defRPr sz="4693"/>
            </a:lvl1pPr>
            <a:lvl2pPr marL="1341105" indent="0">
              <a:buNone/>
              <a:defRPr sz="4107"/>
            </a:lvl2pPr>
            <a:lvl3pPr marL="2682210" indent="0">
              <a:buNone/>
              <a:defRPr sz="3520"/>
            </a:lvl3pPr>
            <a:lvl4pPr marL="4023314" indent="0">
              <a:buNone/>
              <a:defRPr sz="2933"/>
            </a:lvl4pPr>
            <a:lvl5pPr marL="5364419" indent="0">
              <a:buNone/>
              <a:defRPr sz="2933"/>
            </a:lvl5pPr>
            <a:lvl6pPr marL="6705524" indent="0">
              <a:buNone/>
              <a:defRPr sz="2933"/>
            </a:lvl6pPr>
            <a:lvl7pPr marL="8046629" indent="0">
              <a:buNone/>
              <a:defRPr sz="2933"/>
            </a:lvl7pPr>
            <a:lvl8pPr marL="9387733" indent="0">
              <a:buNone/>
              <a:defRPr sz="2933"/>
            </a:lvl8pPr>
            <a:lvl9pPr marL="10728838" indent="0">
              <a:buNone/>
              <a:defRPr sz="293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22FB-FA91-4C56-BF7B-08F548304E33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FE81-9620-46F9-A978-5879F6004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21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22FB-FA91-4C56-BF7B-08F548304E33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FE81-9620-46F9-A978-5879F6004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84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248497" y="1071033"/>
            <a:ext cx="6703695" cy="1704805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7412" y="1071033"/>
            <a:ext cx="19722465" cy="1704805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22FB-FA91-4C56-BF7B-08F548304E33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FE81-9620-46F9-A978-5879F6004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1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7410" y="1071038"/>
            <a:ext cx="26814780" cy="3888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7410" y="5355167"/>
            <a:ext cx="26814780" cy="12763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37410" y="18645298"/>
            <a:ext cx="699516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722FB-FA91-4C56-BF7B-08F548304E33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98430" y="18645298"/>
            <a:ext cx="1049274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957030" y="18645298"/>
            <a:ext cx="699516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7FE81-9620-46F9-A978-5879F6004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1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682210" rtl="0" eaLnBrk="1" latinLnBrk="0" hangingPunct="1">
        <a:lnSpc>
          <a:spcPct val="90000"/>
        </a:lnSpc>
        <a:spcBef>
          <a:spcPct val="0"/>
        </a:spcBef>
        <a:buNone/>
        <a:defRPr sz="129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0552" indent="-670552" algn="l" defTabSz="2682210" rtl="0" eaLnBrk="1" latinLnBrk="0" hangingPunct="1">
        <a:lnSpc>
          <a:spcPct val="90000"/>
        </a:lnSpc>
        <a:spcBef>
          <a:spcPts val="2933"/>
        </a:spcBef>
        <a:buFont typeface="Arial" panose="020B0604020202020204" pitchFamily="34" charset="0"/>
        <a:buChar char="•"/>
        <a:defRPr sz="8213" kern="1200">
          <a:solidFill>
            <a:schemeClr val="tx1"/>
          </a:solidFill>
          <a:latin typeface="+mn-lt"/>
          <a:ea typeface="+mn-ea"/>
          <a:cs typeface="+mn-cs"/>
        </a:defRPr>
      </a:lvl1pPr>
      <a:lvl2pPr marL="2011657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7040" kern="1200">
          <a:solidFill>
            <a:schemeClr val="tx1"/>
          </a:solidFill>
          <a:latin typeface="+mn-lt"/>
          <a:ea typeface="+mn-ea"/>
          <a:cs typeface="+mn-cs"/>
        </a:defRPr>
      </a:lvl2pPr>
      <a:lvl3pPr marL="3352762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867" kern="1200">
          <a:solidFill>
            <a:schemeClr val="tx1"/>
          </a:solidFill>
          <a:latin typeface="+mn-lt"/>
          <a:ea typeface="+mn-ea"/>
          <a:cs typeface="+mn-cs"/>
        </a:defRPr>
      </a:lvl3pPr>
      <a:lvl4pPr marL="4693867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4pPr>
      <a:lvl5pPr marL="6034971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5pPr>
      <a:lvl6pPr marL="7376076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6pPr>
      <a:lvl7pPr marL="8717181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7pPr>
      <a:lvl8pPr marL="10058286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8pPr>
      <a:lvl9pPr marL="11399390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1pPr>
      <a:lvl2pPr marL="1341105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2pPr>
      <a:lvl3pPr marL="2682210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3pPr>
      <a:lvl4pPr marL="4023314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4pPr>
      <a:lvl5pPr marL="5364419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5pPr>
      <a:lvl6pPr marL="6705524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6pPr>
      <a:lvl7pPr marL="8046629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7pPr>
      <a:lvl8pPr marL="9387733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8pPr>
      <a:lvl9pPr marL="10728838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780586" cy="201168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80588" y="0"/>
            <a:ext cx="29309012" cy="3447098"/>
          </a:xfrm>
          <a:prstGeom prst="rect">
            <a:avLst/>
          </a:prstGeom>
          <a:solidFill>
            <a:srgbClr val="990033"/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dirty="0" smtClean="0"/>
          </a:p>
          <a:p>
            <a:pPr algn="ctr"/>
            <a:r>
              <a:rPr lang="en-US" sz="4400" dirty="0" smtClean="0">
                <a:solidFill>
                  <a:schemeClr val="bg1"/>
                </a:solidFill>
              </a:rPr>
              <a:t>ELEG 3124 Signals and Systems</a:t>
            </a:r>
          </a:p>
          <a:p>
            <a:pPr algn="ctr"/>
            <a:r>
              <a:rPr lang="en-US" sz="6600" dirty="0" smtClean="0">
                <a:solidFill>
                  <a:schemeClr val="bg1"/>
                </a:solidFill>
              </a:rPr>
              <a:t>Poster Title</a:t>
            </a:r>
          </a:p>
          <a:p>
            <a:pPr algn="ctr"/>
            <a:r>
              <a:rPr lang="en-US" sz="4400" dirty="0" smtClean="0">
                <a:solidFill>
                  <a:schemeClr val="bg1"/>
                </a:solidFill>
              </a:rPr>
              <a:t>Team Members</a:t>
            </a:r>
          </a:p>
          <a:p>
            <a:pPr algn="ctr"/>
            <a:r>
              <a:rPr lang="en-US" sz="4400" dirty="0" smtClean="0">
                <a:solidFill>
                  <a:schemeClr val="bg1"/>
                </a:solidFill>
              </a:rPr>
              <a:t>Department of Electrical Engineering, University of Arkansas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4336" y="3906252"/>
            <a:ext cx="8343159" cy="769441"/>
          </a:xfrm>
          <a:prstGeom prst="rect">
            <a:avLst/>
          </a:prstGeom>
          <a:solidFill>
            <a:srgbClr val="9900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4336" y="12341931"/>
            <a:ext cx="8343159" cy="769441"/>
          </a:xfrm>
          <a:prstGeom prst="rect">
            <a:avLst/>
          </a:prstGeom>
          <a:solidFill>
            <a:srgbClr val="9900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03946" y="3890208"/>
            <a:ext cx="9308518" cy="769441"/>
          </a:xfrm>
          <a:prstGeom prst="rect">
            <a:avLst/>
          </a:prstGeom>
          <a:solidFill>
            <a:srgbClr val="9900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</a:rPr>
              <a:t>Theories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58421" y="3890208"/>
            <a:ext cx="8133347" cy="769441"/>
          </a:xfrm>
          <a:prstGeom prst="rect">
            <a:avLst/>
          </a:prstGeom>
          <a:solidFill>
            <a:srgbClr val="9900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96005" y="12304187"/>
            <a:ext cx="7495761" cy="769441"/>
          </a:xfrm>
          <a:prstGeom prst="rect">
            <a:avLst/>
          </a:prstGeom>
          <a:solidFill>
            <a:srgbClr val="9900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96005" y="16669702"/>
            <a:ext cx="7495761" cy="769441"/>
          </a:xfrm>
          <a:prstGeom prst="rect">
            <a:avLst/>
          </a:prstGeom>
          <a:solidFill>
            <a:srgbClr val="9900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2894336" y="5134847"/>
            <a:ext cx="834315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This section contains background information about the chosen topic. For example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 smtClean="0"/>
              <a:t>How is it relevant to practical engineering applications?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 smtClean="0"/>
              <a:t>How is it relevant to ELEG 3124?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 smtClean="0"/>
              <a:t>What is the importance of the topic?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2956413" y="13578149"/>
            <a:ext cx="82810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What are the practical applications of the topic?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12203946" y="5263025"/>
            <a:ext cx="930851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 smtClean="0"/>
              <a:t>What are the theories behind this topic?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 smtClean="0"/>
              <a:t>Use equations, block diagrams, tables, and figures to explain the theories.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 smtClean="0"/>
              <a:t>Divide this part into several subsections if necessary.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22258421" y="5243171"/>
            <a:ext cx="813334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 smtClean="0"/>
              <a:t>Results obtained through </a:t>
            </a:r>
            <a:r>
              <a:rPr lang="en-US" sz="4800" dirty="0" err="1" smtClean="0"/>
              <a:t>Matlab</a:t>
            </a:r>
            <a:r>
              <a:rPr lang="en-US" sz="4800" dirty="0" smtClean="0"/>
              <a:t> simulations.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 smtClean="0"/>
              <a:t>Use figure or table to demonstrate the results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2896005" y="13302005"/>
            <a:ext cx="74957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Conclusions.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2896004" y="17785774"/>
            <a:ext cx="74957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References (if applicable).</a:t>
            </a:r>
          </a:p>
        </p:txBody>
      </p:sp>
    </p:spTree>
    <p:extLst>
      <p:ext uri="{BB962C8B-B14F-4D97-AF65-F5344CB8AC3E}">
        <p14:creationId xmlns:p14="http://schemas.microsoft.com/office/powerpoint/2010/main" val="92813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</TotalTime>
  <Words>122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F. Saunders</dc:creator>
  <cp:lastModifiedBy>Jingxian Wu</cp:lastModifiedBy>
  <cp:revision>4</cp:revision>
  <dcterms:created xsi:type="dcterms:W3CDTF">2017-04-13T17:41:14Z</dcterms:created>
  <dcterms:modified xsi:type="dcterms:W3CDTF">2018-11-14T19:57:15Z</dcterms:modified>
</cp:coreProperties>
</file>