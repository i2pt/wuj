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ebp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256" r:id="rId2"/>
    <p:sldId id="260" r:id="rId3"/>
    <p:sldId id="377" r:id="rId4"/>
    <p:sldId id="378" r:id="rId5"/>
    <p:sldId id="379" r:id="rId6"/>
    <p:sldId id="380" r:id="rId7"/>
    <p:sldId id="381" r:id="rId8"/>
    <p:sldId id="339" r:id="rId9"/>
    <p:sldId id="341" r:id="rId10"/>
    <p:sldId id="340" r:id="rId11"/>
    <p:sldId id="374" r:id="rId12"/>
    <p:sldId id="344" r:id="rId13"/>
    <p:sldId id="345" r:id="rId14"/>
    <p:sldId id="342" r:id="rId15"/>
    <p:sldId id="346" r:id="rId16"/>
    <p:sldId id="382" r:id="rId17"/>
    <p:sldId id="347" r:id="rId18"/>
    <p:sldId id="348" r:id="rId19"/>
    <p:sldId id="349" r:id="rId20"/>
    <p:sldId id="350" r:id="rId21"/>
    <p:sldId id="351" r:id="rId22"/>
    <p:sldId id="352" r:id="rId23"/>
    <p:sldId id="354" r:id="rId24"/>
    <p:sldId id="355" r:id="rId25"/>
    <p:sldId id="356" r:id="rId26"/>
    <p:sldId id="375" r:id="rId27"/>
    <p:sldId id="357" r:id="rId28"/>
    <p:sldId id="358" r:id="rId29"/>
    <p:sldId id="359" r:id="rId30"/>
    <p:sldId id="360" r:id="rId31"/>
    <p:sldId id="361" r:id="rId32"/>
    <p:sldId id="362" r:id="rId33"/>
    <p:sldId id="376" r:id="rId34"/>
    <p:sldId id="366" r:id="rId35"/>
    <p:sldId id="367" r:id="rId36"/>
    <p:sldId id="368" r:id="rId37"/>
    <p:sldId id="369" r:id="rId38"/>
    <p:sldId id="370" r:id="rId39"/>
    <p:sldId id="371" r:id="rId40"/>
    <p:sldId id="372" r:id="rId41"/>
    <p:sldId id="365" r:id="rId42"/>
    <p:sldId id="373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FFFF99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6062B-5D78-4E3A-8693-D2C7AC6A9157}" v="93" dt="2020-01-13T20:54:20.5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1" autoAdjust="0"/>
    <p:restoredTop sz="93270" autoAdjust="0"/>
  </p:normalViewPr>
  <p:slideViewPr>
    <p:cSldViewPr>
      <p:cViewPr varScale="1">
        <p:scale>
          <a:sx n="95" d="100"/>
          <a:sy n="95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xian Wu" userId="21dace8e071ed91c" providerId="LiveId" clId="{6BF6062B-5D78-4E3A-8693-D2C7AC6A9157}"/>
    <pc:docChg chg="undo custSel modSld">
      <pc:chgData name="Jingxian Wu" userId="21dace8e071ed91c" providerId="LiveId" clId="{6BF6062B-5D78-4E3A-8693-D2C7AC6A9157}" dt="2020-01-13T20:54:26.028" v="610" actId="20577"/>
      <pc:docMkLst>
        <pc:docMk/>
      </pc:docMkLst>
      <pc:sldChg chg="addSp delSp modSp">
        <pc:chgData name="Jingxian Wu" userId="21dace8e071ed91c" providerId="LiveId" clId="{6BF6062B-5D78-4E3A-8693-D2C7AC6A9157}" dt="2020-01-09T20:15:26.583" v="216" actId="20577"/>
        <pc:sldMkLst>
          <pc:docMk/>
          <pc:sldMk cId="0" sldId="339"/>
        </pc:sldMkLst>
        <pc:spChg chg="add mod">
          <ac:chgData name="Jingxian Wu" userId="21dace8e071ed91c" providerId="LiveId" clId="{6BF6062B-5D78-4E3A-8693-D2C7AC6A9157}" dt="2020-01-09T20:15:26.583" v="216" actId="20577"/>
          <ac:spMkLst>
            <pc:docMk/>
            <pc:sldMk cId="0" sldId="339"/>
            <ac:spMk id="9" creationId="{0ED2D6FA-19E6-4EE3-BEBA-243B608A5677}"/>
          </ac:spMkLst>
        </pc:spChg>
        <pc:picChg chg="add mod">
          <ac:chgData name="Jingxian Wu" userId="21dace8e071ed91c" providerId="LiveId" clId="{6BF6062B-5D78-4E3A-8693-D2C7AC6A9157}" dt="2020-01-09T20:15:00.368" v="195" actId="1076"/>
          <ac:picMkLst>
            <pc:docMk/>
            <pc:sldMk cId="0" sldId="339"/>
            <ac:picMk id="2" creationId="{A3406CDA-C337-4FE3-9C09-B44491303D68}"/>
          </ac:picMkLst>
        </pc:picChg>
        <pc:picChg chg="del mod">
          <ac:chgData name="Jingxian Wu" userId="21dace8e071ed91c" providerId="LiveId" clId="{6BF6062B-5D78-4E3A-8693-D2C7AC6A9157}" dt="2020-01-09T20:14:13.934" v="188" actId="478"/>
          <ac:picMkLst>
            <pc:docMk/>
            <pc:sldMk cId="0" sldId="339"/>
            <ac:picMk id="87043" creationId="{00000000-0000-0000-0000-000000000000}"/>
          </ac:picMkLst>
        </pc:picChg>
        <pc:picChg chg="del">
          <ac:chgData name="Jingxian Wu" userId="21dace8e071ed91c" providerId="LiveId" clId="{6BF6062B-5D78-4E3A-8693-D2C7AC6A9157}" dt="2020-01-09T20:14:58.774" v="194" actId="478"/>
          <ac:picMkLst>
            <pc:docMk/>
            <pc:sldMk cId="0" sldId="339"/>
            <ac:picMk id="137222" creationId="{00000000-0000-0000-0000-000000000000}"/>
          </ac:picMkLst>
        </pc:picChg>
      </pc:sldChg>
      <pc:sldChg chg="addSp delSp modSp">
        <pc:chgData name="Jingxian Wu" userId="21dace8e071ed91c" providerId="LiveId" clId="{6BF6062B-5D78-4E3A-8693-D2C7AC6A9157}" dt="2020-01-09T20:17:36.734" v="323" actId="1076"/>
        <pc:sldMkLst>
          <pc:docMk/>
          <pc:sldMk cId="0" sldId="342"/>
        </pc:sldMkLst>
        <pc:spChg chg="add mod">
          <ac:chgData name="Jingxian Wu" userId="21dace8e071ed91c" providerId="LiveId" clId="{6BF6062B-5D78-4E3A-8693-D2C7AC6A9157}" dt="2020-01-09T20:17:36.734" v="323" actId="1076"/>
          <ac:spMkLst>
            <pc:docMk/>
            <pc:sldMk cId="0" sldId="342"/>
            <ac:spMk id="34" creationId="{3D4BC63D-2C22-42B9-A164-22C22636793E}"/>
          </ac:spMkLst>
        </pc:spChg>
        <pc:picChg chg="add del">
          <ac:chgData name="Jingxian Wu" userId="21dace8e071ed91c" providerId="LiveId" clId="{6BF6062B-5D78-4E3A-8693-D2C7AC6A9157}" dt="2020-01-09T20:17:11.616" v="282" actId="478"/>
          <ac:picMkLst>
            <pc:docMk/>
            <pc:sldMk cId="0" sldId="342"/>
            <ac:picMk id="31" creationId="{60618F5F-07D4-4849-A12F-DBDE4A4C49CB}"/>
          </ac:picMkLst>
        </pc:picChg>
      </pc:sldChg>
      <pc:sldChg chg="addSp delSp modSp">
        <pc:chgData name="Jingxian Wu" userId="21dace8e071ed91c" providerId="LiveId" clId="{6BF6062B-5D78-4E3A-8693-D2C7AC6A9157}" dt="2020-01-09T20:16:07.854" v="246" actId="1076"/>
        <pc:sldMkLst>
          <pc:docMk/>
          <pc:sldMk cId="0" sldId="344"/>
        </pc:sldMkLst>
        <pc:spChg chg="add mod">
          <ac:chgData name="Jingxian Wu" userId="21dace8e071ed91c" providerId="LiveId" clId="{6BF6062B-5D78-4E3A-8693-D2C7AC6A9157}" dt="2020-01-09T20:16:07.854" v="246" actId="1076"/>
          <ac:spMkLst>
            <pc:docMk/>
            <pc:sldMk cId="0" sldId="344"/>
            <ac:spMk id="22" creationId="{199D6F0B-D2F7-4949-95ED-53059C0DF91A}"/>
          </ac:spMkLst>
        </pc:spChg>
        <pc:picChg chg="del">
          <ac:chgData name="Jingxian Wu" userId="21dace8e071ed91c" providerId="LiveId" clId="{6BF6062B-5D78-4E3A-8693-D2C7AC6A9157}" dt="2020-01-09T20:15:22.127" v="211" actId="478"/>
          <ac:picMkLst>
            <pc:docMk/>
            <pc:sldMk cId="0" sldId="344"/>
            <ac:picMk id="21" creationId="{00000000-0000-0000-0000-000000000000}"/>
          </ac:picMkLst>
        </pc:picChg>
      </pc:sldChg>
      <pc:sldChg chg="addSp modSp">
        <pc:chgData name="Jingxian Wu" userId="21dace8e071ed91c" providerId="LiveId" clId="{6BF6062B-5D78-4E3A-8693-D2C7AC6A9157}" dt="2020-01-09T20:17:06.830" v="280" actId="1076"/>
        <pc:sldMkLst>
          <pc:docMk/>
          <pc:sldMk cId="0" sldId="345"/>
        </pc:sldMkLst>
        <pc:spChg chg="add mod">
          <ac:chgData name="Jingxian Wu" userId="21dace8e071ed91c" providerId="LiveId" clId="{6BF6062B-5D78-4E3A-8693-D2C7AC6A9157}" dt="2020-01-09T20:16:46.106" v="279" actId="20577"/>
          <ac:spMkLst>
            <pc:docMk/>
            <pc:sldMk cId="0" sldId="345"/>
            <ac:spMk id="15" creationId="{66983503-3DA2-42A2-89A9-B234335FC957}"/>
          </ac:spMkLst>
        </pc:spChg>
        <pc:picChg chg="mod">
          <ac:chgData name="Jingxian Wu" userId="21dace8e071ed91c" providerId="LiveId" clId="{6BF6062B-5D78-4E3A-8693-D2C7AC6A9157}" dt="2020-01-09T20:17:06.830" v="280" actId="1076"/>
          <ac:picMkLst>
            <pc:docMk/>
            <pc:sldMk cId="0" sldId="345"/>
            <ac:picMk id="90121" creationId="{00000000-0000-0000-0000-000000000000}"/>
          </ac:picMkLst>
        </pc:picChg>
      </pc:sldChg>
      <pc:sldChg chg="addSp modSp">
        <pc:chgData name="Jingxian Wu" userId="21dace8e071ed91c" providerId="LiveId" clId="{6BF6062B-5D78-4E3A-8693-D2C7AC6A9157}" dt="2020-01-09T20:20:12.462" v="365" actId="1076"/>
        <pc:sldMkLst>
          <pc:docMk/>
          <pc:sldMk cId="0" sldId="354"/>
        </pc:sldMkLst>
        <pc:spChg chg="add mod">
          <ac:chgData name="Jingxian Wu" userId="21dace8e071ed91c" providerId="LiveId" clId="{6BF6062B-5D78-4E3A-8693-D2C7AC6A9157}" dt="2020-01-09T20:20:12.462" v="365" actId="1076"/>
          <ac:spMkLst>
            <pc:docMk/>
            <pc:sldMk cId="0" sldId="354"/>
            <ac:spMk id="30" creationId="{C8A4513C-0E76-497D-89A8-319E67F97725}"/>
          </ac:spMkLst>
        </pc:spChg>
        <pc:spChg chg="mod">
          <ac:chgData name="Jingxian Wu" userId="21dace8e071ed91c" providerId="LiveId" clId="{6BF6062B-5D78-4E3A-8693-D2C7AC6A9157}" dt="2020-01-09T20:18:18.090" v="324" actId="207"/>
          <ac:spMkLst>
            <pc:docMk/>
            <pc:sldMk cId="0" sldId="354"/>
            <ac:spMk id="149537" creationId="{00000000-0000-0000-0000-000000000000}"/>
          </ac:spMkLst>
        </pc:spChg>
      </pc:sldChg>
      <pc:sldChg chg="modSp">
        <pc:chgData name="Jingxian Wu" userId="21dace8e071ed91c" providerId="LiveId" clId="{6BF6062B-5D78-4E3A-8693-D2C7AC6A9157}" dt="2020-01-09T20:18:41.619" v="326" actId="207"/>
        <pc:sldMkLst>
          <pc:docMk/>
          <pc:sldMk cId="0" sldId="355"/>
        </pc:sldMkLst>
        <pc:spChg chg="mod">
          <ac:chgData name="Jingxian Wu" userId="21dace8e071ed91c" providerId="LiveId" clId="{6BF6062B-5D78-4E3A-8693-D2C7AC6A9157}" dt="2020-01-09T20:18:41.619" v="326" actId="207"/>
          <ac:spMkLst>
            <pc:docMk/>
            <pc:sldMk cId="0" sldId="355"/>
            <ac:spMk id="150543" creationId="{00000000-0000-0000-0000-000000000000}"/>
          </ac:spMkLst>
        </pc:spChg>
      </pc:sldChg>
      <pc:sldChg chg="addSp delSp modSp">
        <pc:chgData name="Jingxian Wu" userId="21dace8e071ed91c" providerId="LiveId" clId="{6BF6062B-5D78-4E3A-8693-D2C7AC6A9157}" dt="2020-01-13T20:37:44.439" v="484" actId="1076"/>
        <pc:sldMkLst>
          <pc:docMk/>
          <pc:sldMk cId="0" sldId="357"/>
        </pc:sldMkLst>
        <pc:spChg chg="add mod">
          <ac:chgData name="Jingxian Wu" userId="21dace8e071ed91c" providerId="LiveId" clId="{6BF6062B-5D78-4E3A-8693-D2C7AC6A9157}" dt="2020-01-13T20:37:44.439" v="484" actId="1076"/>
          <ac:spMkLst>
            <pc:docMk/>
            <pc:sldMk cId="0" sldId="357"/>
            <ac:spMk id="21" creationId="{8E69161E-2FA2-41D7-B1F4-AF99FC821E72}"/>
          </ac:spMkLst>
        </pc:spChg>
        <pc:graphicFrameChg chg="add del mod">
          <ac:chgData name="Jingxian Wu" userId="21dace8e071ed91c" providerId="LiveId" clId="{6BF6062B-5D78-4E3A-8693-D2C7AC6A9157}" dt="2020-01-13T20:25:20.674" v="372" actId="478"/>
          <ac:graphicFrameMkLst>
            <pc:docMk/>
            <pc:sldMk cId="0" sldId="357"/>
            <ac:graphicFrameMk id="2" creationId="{6B390FAD-7060-40F6-97F1-A8C7E73DF40D}"/>
          </ac:graphicFrameMkLst>
        </pc:graphicFrameChg>
        <pc:graphicFrameChg chg="add del mod">
          <ac:chgData name="Jingxian Wu" userId="21dace8e071ed91c" providerId="LiveId" clId="{6BF6062B-5D78-4E3A-8693-D2C7AC6A9157}" dt="2020-01-13T20:27:36.364" v="377" actId="478"/>
          <ac:graphicFrameMkLst>
            <pc:docMk/>
            <pc:sldMk cId="0" sldId="357"/>
            <ac:graphicFrameMk id="3" creationId="{7E413A4D-87F0-4F12-8BAD-D43A06838545}"/>
          </ac:graphicFrameMkLst>
        </pc:graphicFrameChg>
        <pc:graphicFrameChg chg="add del mod">
          <ac:chgData name="Jingxian Wu" userId="21dace8e071ed91c" providerId="LiveId" clId="{6BF6062B-5D78-4E3A-8693-D2C7AC6A9157}" dt="2020-01-13T20:28:22.201" v="381" actId="478"/>
          <ac:graphicFrameMkLst>
            <pc:docMk/>
            <pc:sldMk cId="0" sldId="357"/>
            <ac:graphicFrameMk id="4" creationId="{7B7F0633-0B87-4805-A176-B0510129A8DA}"/>
          </ac:graphicFrameMkLst>
        </pc:graphicFrameChg>
        <pc:graphicFrameChg chg="add del mod">
          <ac:chgData name="Jingxian Wu" userId="21dace8e071ed91c" providerId="LiveId" clId="{6BF6062B-5D78-4E3A-8693-D2C7AC6A9157}" dt="2020-01-13T20:29:47.703" v="399" actId="478"/>
          <ac:graphicFrameMkLst>
            <pc:docMk/>
            <pc:sldMk cId="0" sldId="357"/>
            <ac:graphicFrameMk id="5" creationId="{77C0917D-3352-43C0-B6F4-E33162FFE02A}"/>
          </ac:graphicFrameMkLst>
        </pc:graphicFrameChg>
        <pc:graphicFrameChg chg="del mod">
          <ac:chgData name="Jingxian Wu" userId="21dace8e071ed91c" providerId="LiveId" clId="{6BF6062B-5D78-4E3A-8693-D2C7AC6A9157}" dt="2020-01-13T20:30:45.268" v="407" actId="478"/>
          <ac:graphicFrameMkLst>
            <pc:docMk/>
            <pc:sldMk cId="0" sldId="357"/>
            <ac:graphicFrameMk id="12293" creationId="{00000000-0000-0000-0000-000000000000}"/>
          </ac:graphicFrameMkLst>
        </pc:graphicFrameChg>
        <pc:picChg chg="add mod">
          <ac:chgData name="Jingxian Wu" userId="21dace8e071ed91c" providerId="LiveId" clId="{6BF6062B-5D78-4E3A-8693-D2C7AC6A9157}" dt="2020-01-13T20:36:43.088" v="427" actId="14100"/>
          <ac:picMkLst>
            <pc:docMk/>
            <pc:sldMk cId="0" sldId="357"/>
            <ac:picMk id="6" creationId="{7989B3D2-66D3-4719-BA72-C9294C8CA8E8}"/>
          </ac:picMkLst>
        </pc:picChg>
        <pc:picChg chg="add del mod">
          <ac:chgData name="Jingxian Wu" userId="21dace8e071ed91c" providerId="LiveId" clId="{6BF6062B-5D78-4E3A-8693-D2C7AC6A9157}" dt="2020-01-13T20:36:19.937" v="413" actId="478"/>
          <ac:picMkLst>
            <pc:docMk/>
            <pc:sldMk cId="0" sldId="357"/>
            <ac:picMk id="7" creationId="{82624030-B929-45D8-8E73-122DD7F37A61}"/>
          </ac:picMkLst>
        </pc:picChg>
        <pc:picChg chg="add mod">
          <ac:chgData name="Jingxian Wu" userId="21dace8e071ed91c" providerId="LiveId" clId="{6BF6062B-5D78-4E3A-8693-D2C7AC6A9157}" dt="2020-01-13T20:36:31.555" v="421" actId="1076"/>
          <ac:picMkLst>
            <pc:docMk/>
            <pc:sldMk cId="0" sldId="357"/>
            <ac:picMk id="8" creationId="{3BF5B721-C799-4582-A0DC-29D80EE2ECEE}"/>
          </ac:picMkLst>
        </pc:picChg>
        <pc:picChg chg="del mod">
          <ac:chgData name="Jingxian Wu" userId="21dace8e071ed91c" providerId="LiveId" clId="{6BF6062B-5D78-4E3A-8693-D2C7AC6A9157}" dt="2020-01-13T20:36:40.079" v="425" actId="478"/>
          <ac:picMkLst>
            <pc:docMk/>
            <pc:sldMk cId="0" sldId="357"/>
            <ac:picMk id="12302" creationId="{00000000-0000-0000-0000-000000000000}"/>
          </ac:picMkLst>
        </pc:picChg>
      </pc:sldChg>
      <pc:sldChg chg="addSp delSp modSp">
        <pc:chgData name="Jingxian Wu" userId="21dace8e071ed91c" providerId="LiveId" clId="{6BF6062B-5D78-4E3A-8693-D2C7AC6A9157}" dt="2020-01-13T20:43:32.592" v="515" actId="1076"/>
        <pc:sldMkLst>
          <pc:docMk/>
          <pc:sldMk cId="0" sldId="359"/>
        </pc:sldMkLst>
        <pc:spChg chg="add mod">
          <ac:chgData name="Jingxian Wu" userId="21dace8e071ed91c" providerId="LiveId" clId="{6BF6062B-5D78-4E3A-8693-D2C7AC6A9157}" dt="2020-01-13T20:43:32.592" v="515" actId="1076"/>
          <ac:spMkLst>
            <pc:docMk/>
            <pc:sldMk cId="0" sldId="359"/>
            <ac:spMk id="10" creationId="{C26C31F6-C67A-457F-9D89-6E0B9C63DB61}"/>
          </ac:spMkLst>
        </pc:spChg>
        <pc:graphicFrameChg chg="add mod">
          <ac:chgData name="Jingxian Wu" userId="21dace8e071ed91c" providerId="LiveId" clId="{6BF6062B-5D78-4E3A-8693-D2C7AC6A9157}" dt="2020-01-13T20:43:12.550" v="498" actId="1076"/>
          <ac:graphicFrameMkLst>
            <pc:docMk/>
            <pc:sldMk cId="0" sldId="359"/>
            <ac:graphicFrameMk id="2" creationId="{C9592BED-7A90-4E3F-90F6-95D7B7C54BC3}"/>
          </ac:graphicFrameMkLst>
        </pc:graphicFrameChg>
        <pc:graphicFrameChg chg="add mod">
          <ac:chgData name="Jingxian Wu" userId="21dace8e071ed91c" providerId="LiveId" clId="{6BF6062B-5D78-4E3A-8693-D2C7AC6A9157}" dt="2020-01-13T20:43:17.297" v="500" actId="1076"/>
          <ac:graphicFrameMkLst>
            <pc:docMk/>
            <pc:sldMk cId="0" sldId="359"/>
            <ac:graphicFrameMk id="3" creationId="{541ED3BD-B00A-4E6D-960E-F9777BF89B73}"/>
          </ac:graphicFrameMkLst>
        </pc:graphicFrameChg>
        <pc:picChg chg="del">
          <ac:chgData name="Jingxian Wu" userId="21dace8e071ed91c" providerId="LiveId" clId="{6BF6062B-5D78-4E3A-8693-D2C7AC6A9157}" dt="2020-01-13T20:41:36.482" v="485" actId="478"/>
          <ac:picMkLst>
            <pc:docMk/>
            <pc:sldMk cId="0" sldId="359"/>
            <ac:picMk id="14344" creationId="{00000000-0000-0000-0000-000000000000}"/>
          </ac:picMkLst>
        </pc:picChg>
      </pc:sldChg>
      <pc:sldChg chg="delSp delAnim">
        <pc:chgData name="Jingxian Wu" userId="21dace8e071ed91c" providerId="LiveId" clId="{6BF6062B-5D78-4E3A-8693-D2C7AC6A9157}" dt="2020-01-13T20:44:01.228" v="521" actId="478"/>
        <pc:sldMkLst>
          <pc:docMk/>
          <pc:sldMk cId="0" sldId="360"/>
        </pc:sldMkLst>
        <pc:graphicFrameChg chg="del">
          <ac:chgData name="Jingxian Wu" userId="21dace8e071ed91c" providerId="LiveId" clId="{6BF6062B-5D78-4E3A-8693-D2C7AC6A9157}" dt="2020-01-13T20:44:01.228" v="521" actId="478"/>
          <ac:graphicFrameMkLst>
            <pc:docMk/>
            <pc:sldMk cId="0" sldId="360"/>
            <ac:graphicFrameMk id="160782" creationId="{00000000-0000-0000-0000-000000000000}"/>
          </ac:graphicFrameMkLst>
        </pc:graphicFrameChg>
        <pc:graphicFrameChg chg="del">
          <ac:chgData name="Jingxian Wu" userId="21dace8e071ed91c" providerId="LiveId" clId="{6BF6062B-5D78-4E3A-8693-D2C7AC6A9157}" dt="2020-01-13T20:44:00.684" v="520" actId="478"/>
          <ac:graphicFrameMkLst>
            <pc:docMk/>
            <pc:sldMk cId="0" sldId="360"/>
            <ac:graphicFrameMk id="160783" creationId="{00000000-0000-0000-0000-000000000000}"/>
          </ac:graphicFrameMkLst>
        </pc:graphicFrameChg>
        <pc:graphicFrameChg chg="del">
          <ac:chgData name="Jingxian Wu" userId="21dace8e071ed91c" providerId="LiveId" clId="{6BF6062B-5D78-4E3A-8693-D2C7AC6A9157}" dt="2020-01-13T20:44:00.154" v="519" actId="478"/>
          <ac:graphicFrameMkLst>
            <pc:docMk/>
            <pc:sldMk cId="0" sldId="360"/>
            <ac:graphicFrameMk id="160784" creationId="{00000000-0000-0000-0000-000000000000}"/>
          </ac:graphicFrameMkLst>
        </pc:graphicFrameChg>
        <pc:picChg chg="del">
          <ac:chgData name="Jingxian Wu" userId="21dace8e071ed91c" providerId="LiveId" clId="{6BF6062B-5D78-4E3A-8693-D2C7AC6A9157}" dt="2020-01-13T20:43:58.864" v="517" actId="478"/>
          <ac:picMkLst>
            <pc:docMk/>
            <pc:sldMk cId="0" sldId="360"/>
            <ac:picMk id="160775" creationId="{00000000-0000-0000-0000-000000000000}"/>
          </ac:picMkLst>
        </pc:picChg>
        <pc:picChg chg="del">
          <ac:chgData name="Jingxian Wu" userId="21dace8e071ed91c" providerId="LiveId" clId="{6BF6062B-5D78-4E3A-8693-D2C7AC6A9157}" dt="2020-01-13T20:43:59.469" v="518" actId="478"/>
          <ac:picMkLst>
            <pc:docMk/>
            <pc:sldMk cId="0" sldId="360"/>
            <ac:picMk id="160776" creationId="{00000000-0000-0000-0000-000000000000}"/>
          </ac:picMkLst>
        </pc:picChg>
        <pc:picChg chg="del">
          <ac:chgData name="Jingxian Wu" userId="21dace8e071ed91c" providerId="LiveId" clId="{6BF6062B-5D78-4E3A-8693-D2C7AC6A9157}" dt="2020-01-13T20:43:58.219" v="516" actId="478"/>
          <ac:picMkLst>
            <pc:docMk/>
            <pc:sldMk cId="0" sldId="360"/>
            <ac:picMk id="160781" creationId="{00000000-0000-0000-0000-000000000000}"/>
          </ac:picMkLst>
        </pc:picChg>
      </pc:sldChg>
      <pc:sldChg chg="addSp delSp modSp">
        <pc:chgData name="Jingxian Wu" userId="21dace8e071ed91c" providerId="LiveId" clId="{6BF6062B-5D78-4E3A-8693-D2C7AC6A9157}" dt="2020-01-13T20:54:26.028" v="610" actId="20577"/>
        <pc:sldMkLst>
          <pc:docMk/>
          <pc:sldMk cId="0" sldId="361"/>
        </pc:sldMkLst>
        <pc:spChg chg="add mod">
          <ac:chgData name="Jingxian Wu" userId="21dace8e071ed91c" providerId="LiveId" clId="{6BF6062B-5D78-4E3A-8693-D2C7AC6A9157}" dt="2020-01-13T20:54:26.028" v="610" actId="20577"/>
          <ac:spMkLst>
            <pc:docMk/>
            <pc:sldMk cId="0" sldId="361"/>
            <ac:spMk id="20" creationId="{ABC90443-90EE-479E-98BC-D3C8947B6124}"/>
          </ac:spMkLst>
        </pc:spChg>
        <pc:graphicFrameChg chg="add del mod">
          <ac:chgData name="Jingxian Wu" userId="21dace8e071ed91c" providerId="LiveId" clId="{6BF6062B-5D78-4E3A-8693-D2C7AC6A9157}" dt="2020-01-13T20:46:35.564" v="531" actId="478"/>
          <ac:graphicFrameMkLst>
            <pc:docMk/>
            <pc:sldMk cId="0" sldId="361"/>
            <ac:graphicFrameMk id="2" creationId="{16C5F8A5-345E-4AD3-9656-511790EC48F4}"/>
          </ac:graphicFrameMkLst>
        </pc:graphicFrameChg>
        <pc:graphicFrameChg chg="add mod">
          <ac:chgData name="Jingxian Wu" userId="21dace8e071ed91c" providerId="LiveId" clId="{6BF6062B-5D78-4E3A-8693-D2C7AC6A9157}" dt="2020-01-13T20:54:03.067" v="590" actId="1076"/>
          <ac:graphicFrameMkLst>
            <pc:docMk/>
            <pc:sldMk cId="0" sldId="361"/>
            <ac:graphicFrameMk id="3" creationId="{8C9BC5AC-B444-4A59-9A47-5F13E1518A29}"/>
          </ac:graphicFrameMkLst>
        </pc:graphicFrameChg>
        <pc:graphicFrameChg chg="add del mod">
          <ac:chgData name="Jingxian Wu" userId="21dace8e071ed91c" providerId="LiveId" clId="{6BF6062B-5D78-4E3A-8693-D2C7AC6A9157}" dt="2020-01-13T20:49:45.012" v="550" actId="478"/>
          <ac:graphicFrameMkLst>
            <pc:docMk/>
            <pc:sldMk cId="0" sldId="361"/>
            <ac:graphicFrameMk id="4" creationId="{51B3CCB6-F143-4EDE-9378-C008E01AC5C2}"/>
          </ac:graphicFrameMkLst>
        </pc:graphicFrameChg>
        <pc:graphicFrameChg chg="add del mod">
          <ac:chgData name="Jingxian Wu" userId="21dace8e071ed91c" providerId="LiveId" clId="{6BF6062B-5D78-4E3A-8693-D2C7AC6A9157}" dt="2020-01-13T20:49:55.846" v="556" actId="478"/>
          <ac:graphicFrameMkLst>
            <pc:docMk/>
            <pc:sldMk cId="0" sldId="361"/>
            <ac:graphicFrameMk id="5" creationId="{EC2CB821-3985-4443-82D1-C990D8C10E98}"/>
          </ac:graphicFrameMkLst>
        </pc:graphicFrameChg>
        <pc:graphicFrameChg chg="add del mod">
          <ac:chgData name="Jingxian Wu" userId="21dace8e071ed91c" providerId="LiveId" clId="{6BF6062B-5D78-4E3A-8693-D2C7AC6A9157}" dt="2020-01-13T20:51:56.387" v="570" actId="478"/>
          <ac:graphicFrameMkLst>
            <pc:docMk/>
            <pc:sldMk cId="0" sldId="361"/>
            <ac:graphicFrameMk id="6" creationId="{BEDC4DC9-270B-4F41-8868-68488AEF1916}"/>
          </ac:graphicFrameMkLst>
        </pc:graphicFrameChg>
        <pc:graphicFrameChg chg="add mod">
          <ac:chgData name="Jingxian Wu" userId="21dace8e071ed91c" providerId="LiveId" clId="{6BF6062B-5D78-4E3A-8693-D2C7AC6A9157}" dt="2020-01-13T20:54:04.046" v="591" actId="1076"/>
          <ac:graphicFrameMkLst>
            <pc:docMk/>
            <pc:sldMk cId="0" sldId="361"/>
            <ac:graphicFrameMk id="7" creationId="{B0B206BA-6413-4B2B-A06D-3B228BD7F405}"/>
          </ac:graphicFrameMkLst>
        </pc:graphicFrameChg>
        <pc:graphicFrameChg chg="add mod">
          <ac:chgData name="Jingxian Wu" userId="21dace8e071ed91c" providerId="LiveId" clId="{6BF6062B-5D78-4E3A-8693-D2C7AC6A9157}" dt="2020-01-13T20:54:06.353" v="592" actId="1076"/>
          <ac:graphicFrameMkLst>
            <pc:docMk/>
            <pc:sldMk cId="0" sldId="361"/>
            <ac:graphicFrameMk id="8" creationId="{8F3473B0-ACBC-4763-B57D-B9B96CE8F520}"/>
          </ac:graphicFrameMkLst>
        </pc:graphicFrameChg>
        <pc:graphicFrameChg chg="add del mod">
          <ac:chgData name="Jingxian Wu" userId="21dace8e071ed91c" providerId="LiveId" clId="{6BF6062B-5D78-4E3A-8693-D2C7AC6A9157}" dt="2020-01-13T20:50:52.047" v="569" actId="478"/>
          <ac:graphicFrameMkLst>
            <pc:docMk/>
            <pc:sldMk cId="0" sldId="361"/>
            <ac:graphicFrameMk id="17" creationId="{04B2AC54-12F2-4E8B-9216-2ACEDA013AAD}"/>
          </ac:graphicFrameMkLst>
        </pc:graphicFrameChg>
        <pc:graphicFrameChg chg="del">
          <ac:chgData name="Jingxian Wu" userId="21dace8e071ed91c" providerId="LiveId" clId="{6BF6062B-5D78-4E3A-8693-D2C7AC6A9157}" dt="2020-01-13T20:54:11.051" v="594" actId="478"/>
          <ac:graphicFrameMkLst>
            <pc:docMk/>
            <pc:sldMk cId="0" sldId="361"/>
            <ac:graphicFrameMk id="16386" creationId="{00000000-0000-0000-0000-000000000000}"/>
          </ac:graphicFrameMkLst>
        </pc:graphicFrameChg>
        <pc:graphicFrameChg chg="del mod">
          <ac:chgData name="Jingxian Wu" userId="21dace8e071ed91c" providerId="LiveId" clId="{6BF6062B-5D78-4E3A-8693-D2C7AC6A9157}" dt="2020-01-13T20:54:11.715" v="595" actId="478"/>
          <ac:graphicFrameMkLst>
            <pc:docMk/>
            <pc:sldMk cId="0" sldId="361"/>
            <ac:graphicFrameMk id="16389" creationId="{00000000-0000-0000-0000-000000000000}"/>
          </ac:graphicFrameMkLst>
        </pc:graphicFrameChg>
        <pc:graphicFrameChg chg="del mod">
          <ac:chgData name="Jingxian Wu" userId="21dace8e071ed91c" providerId="LiveId" clId="{6BF6062B-5D78-4E3A-8693-D2C7AC6A9157}" dt="2020-01-13T20:54:12.887" v="596" actId="478"/>
          <ac:graphicFrameMkLst>
            <pc:docMk/>
            <pc:sldMk cId="0" sldId="361"/>
            <ac:graphicFrameMk id="16391" creationId="{00000000-0000-0000-0000-000000000000}"/>
          </ac:graphicFrameMkLst>
        </pc:graphicFrameChg>
        <pc:picChg chg="del mod">
          <ac:chgData name="Jingxian Wu" userId="21dace8e071ed91c" providerId="LiveId" clId="{6BF6062B-5D78-4E3A-8693-D2C7AC6A9157}" dt="2020-01-13T20:54:08.960" v="593" actId="478"/>
          <ac:picMkLst>
            <pc:docMk/>
            <pc:sldMk cId="0" sldId="361"/>
            <ac:picMk id="16397" creationId="{00000000-0000-0000-0000-000000000000}"/>
          </ac:picMkLst>
        </pc:picChg>
      </pc:sldChg>
      <pc:sldChg chg="addSp delSp modSp">
        <pc:chgData name="Jingxian Wu" userId="21dace8e071ed91c" providerId="LiveId" clId="{6BF6062B-5D78-4E3A-8693-D2C7AC6A9157}" dt="2020-01-09T20:06:56.844" v="117" actId="478"/>
        <pc:sldMkLst>
          <pc:docMk/>
          <pc:sldMk cId="4280919819" sldId="377"/>
        </pc:sldMkLst>
        <pc:spChg chg="add mod">
          <ac:chgData name="Jingxian Wu" userId="21dace8e071ed91c" providerId="LiveId" clId="{6BF6062B-5D78-4E3A-8693-D2C7AC6A9157}" dt="2020-01-09T20:02:16.875" v="56" actId="1076"/>
          <ac:spMkLst>
            <pc:docMk/>
            <pc:sldMk cId="4280919819" sldId="377"/>
            <ac:spMk id="10" creationId="{CD7FDF79-748D-432C-A58A-EE814B548C0F}"/>
          </ac:spMkLst>
        </pc:spChg>
        <pc:spChg chg="add mod">
          <ac:chgData name="Jingxian Wu" userId="21dace8e071ed91c" providerId="LiveId" clId="{6BF6062B-5D78-4E3A-8693-D2C7AC6A9157}" dt="2020-01-09T20:02:29.707" v="69" actId="1076"/>
          <ac:spMkLst>
            <pc:docMk/>
            <pc:sldMk cId="4280919819" sldId="377"/>
            <ac:spMk id="21" creationId="{072E239D-089F-4A01-80EC-3BA2B16DAA0E}"/>
          </ac:spMkLst>
        </pc:spChg>
        <pc:spChg chg="add del mod">
          <ac:chgData name="Jingxian Wu" userId="21dace8e071ed91c" providerId="LiveId" clId="{6BF6062B-5D78-4E3A-8693-D2C7AC6A9157}" dt="2020-01-09T20:06:48.614" v="112" actId="478"/>
          <ac:spMkLst>
            <pc:docMk/>
            <pc:sldMk cId="4280919819" sldId="377"/>
            <ac:spMk id="22" creationId="{8B74C398-C179-4978-9136-CA489C0559C6}"/>
          </ac:spMkLst>
        </pc:spChg>
        <pc:spChg chg="add del mod">
          <ac:chgData name="Jingxian Wu" userId="21dace8e071ed91c" providerId="LiveId" clId="{6BF6062B-5D78-4E3A-8693-D2C7AC6A9157}" dt="2020-01-09T20:06:56.844" v="117" actId="478"/>
          <ac:spMkLst>
            <pc:docMk/>
            <pc:sldMk cId="4280919819" sldId="377"/>
            <ac:spMk id="23" creationId="{6B05BEB9-F9D9-415D-97A5-F107E320CC4C}"/>
          </ac:spMkLst>
        </pc:spChg>
        <pc:graphicFrameChg chg="add del mod">
          <ac:chgData name="Jingxian Wu" userId="21dace8e071ed91c" providerId="LiveId" clId="{6BF6062B-5D78-4E3A-8693-D2C7AC6A9157}" dt="2020-01-09T20:06:23.233" v="110" actId="478"/>
          <ac:graphicFrameMkLst>
            <pc:docMk/>
            <pc:sldMk cId="4280919819" sldId="377"/>
            <ac:graphicFrameMk id="20" creationId="{219BEEBD-1CEB-4094-BB28-1FFE70A6DFA7}"/>
          </ac:graphicFrameMkLst>
        </pc:graphicFrameChg>
        <pc:graphicFrameChg chg="add del mod">
          <ac:chgData name="Jingxian Wu" userId="21dace8e071ed91c" providerId="LiveId" clId="{6BF6062B-5D78-4E3A-8693-D2C7AC6A9157}" dt="2020-01-09T20:06:53.768" v="115"/>
          <ac:graphicFrameMkLst>
            <pc:docMk/>
            <pc:sldMk cId="4280919819" sldId="377"/>
            <ac:graphicFrameMk id="24" creationId="{D13EA883-1BDC-4969-9B6B-2588D789D834}"/>
          </ac:graphicFrameMkLst>
        </pc:graphicFrameChg>
        <pc:picChg chg="add mod">
          <ac:chgData name="Jingxian Wu" userId="21dace8e071ed91c" providerId="LiveId" clId="{6BF6062B-5D78-4E3A-8693-D2C7AC6A9157}" dt="2020-01-09T20:00:59.779" v="47" actId="1076"/>
          <ac:picMkLst>
            <pc:docMk/>
            <pc:sldMk cId="4280919819" sldId="377"/>
            <ac:picMk id="9" creationId="{BC7DEB7E-CE7F-41E5-BD0E-7C00D69BDD1B}"/>
          </ac:picMkLst>
        </pc:picChg>
        <pc:picChg chg="add del mod">
          <ac:chgData name="Jingxian Wu" userId="21dace8e071ed91c" providerId="LiveId" clId="{6BF6062B-5D78-4E3A-8693-D2C7AC6A9157}" dt="2020-01-09T20:06:54.116" v="116" actId="478"/>
          <ac:picMkLst>
            <pc:docMk/>
            <pc:sldMk cId="4280919819" sldId="377"/>
            <ac:picMk id="12" creationId="{BC41AD2C-1C5A-40E9-A2AE-899A3DD61111}"/>
          </ac:picMkLst>
        </pc:picChg>
        <pc:picChg chg="add del">
          <ac:chgData name="Jingxian Wu" userId="21dace8e071ed91c" providerId="LiveId" clId="{6BF6062B-5D78-4E3A-8693-D2C7AC6A9157}" dt="2020-01-09T19:59:38.157" v="9" actId="478"/>
          <ac:picMkLst>
            <pc:docMk/>
            <pc:sldMk cId="4280919819" sldId="377"/>
            <ac:picMk id="13" creationId="{A1F31DC9-E9B0-4A9D-A295-FE351B68FD62}"/>
          </ac:picMkLst>
        </pc:picChg>
        <pc:picChg chg="add del">
          <ac:chgData name="Jingxian Wu" userId="21dace8e071ed91c" providerId="LiveId" clId="{6BF6062B-5D78-4E3A-8693-D2C7AC6A9157}" dt="2020-01-09T19:59:38.157" v="9" actId="478"/>
          <ac:picMkLst>
            <pc:docMk/>
            <pc:sldMk cId="4280919819" sldId="377"/>
            <ac:picMk id="14" creationId="{DC39BEEB-440E-4076-B23A-7EC9752E8DAD}"/>
          </ac:picMkLst>
        </pc:picChg>
        <pc:picChg chg="add del">
          <ac:chgData name="Jingxian Wu" userId="21dace8e071ed91c" providerId="LiveId" clId="{6BF6062B-5D78-4E3A-8693-D2C7AC6A9157}" dt="2020-01-09T19:59:38.157" v="9" actId="478"/>
          <ac:picMkLst>
            <pc:docMk/>
            <pc:sldMk cId="4280919819" sldId="377"/>
            <ac:picMk id="15" creationId="{45A3184E-1BFC-47BF-9870-B8CAD1883B80}"/>
          </ac:picMkLst>
        </pc:picChg>
        <pc:picChg chg="add del">
          <ac:chgData name="Jingxian Wu" userId="21dace8e071ed91c" providerId="LiveId" clId="{6BF6062B-5D78-4E3A-8693-D2C7AC6A9157}" dt="2020-01-09T19:59:51.421" v="11" actId="478"/>
          <ac:picMkLst>
            <pc:docMk/>
            <pc:sldMk cId="4280919819" sldId="377"/>
            <ac:picMk id="16" creationId="{4760C5C4-F135-40EF-8C43-AEAC13B88A76}"/>
          </ac:picMkLst>
        </pc:picChg>
        <pc:picChg chg="add del">
          <ac:chgData name="Jingxian Wu" userId="21dace8e071ed91c" providerId="LiveId" clId="{6BF6062B-5D78-4E3A-8693-D2C7AC6A9157}" dt="2020-01-09T19:59:51.421" v="11" actId="478"/>
          <ac:picMkLst>
            <pc:docMk/>
            <pc:sldMk cId="4280919819" sldId="377"/>
            <ac:picMk id="17" creationId="{BC76CA5E-EED6-4694-A94D-FA42B8C33458}"/>
          </ac:picMkLst>
        </pc:picChg>
        <pc:picChg chg="add del">
          <ac:chgData name="Jingxian Wu" userId="21dace8e071ed91c" providerId="LiveId" clId="{6BF6062B-5D78-4E3A-8693-D2C7AC6A9157}" dt="2020-01-09T19:59:51.421" v="11" actId="478"/>
          <ac:picMkLst>
            <pc:docMk/>
            <pc:sldMk cId="4280919819" sldId="377"/>
            <ac:picMk id="18" creationId="{1889612F-9721-4D93-8D19-AC22E0095E5D}"/>
          </ac:picMkLst>
        </pc:picChg>
        <pc:picChg chg="add del mod">
          <ac:chgData name="Jingxian Wu" userId="21dace8e071ed91c" providerId="LiveId" clId="{6BF6062B-5D78-4E3A-8693-D2C7AC6A9157}" dt="2020-01-09T20:06:46.709" v="111" actId="478"/>
          <ac:picMkLst>
            <pc:docMk/>
            <pc:sldMk cId="4280919819" sldId="377"/>
            <ac:picMk id="19" creationId="{F7285B17-F057-4F5B-8D2F-5B06728233D0}"/>
          </ac:picMkLst>
        </pc:picChg>
        <pc:picChg chg="del">
          <ac:chgData name="Jingxian Wu" userId="21dace8e071ed91c" providerId="LiveId" clId="{6BF6062B-5D78-4E3A-8693-D2C7AC6A9157}" dt="2020-01-09T20:04:22.808" v="94" actId="478"/>
          <ac:picMkLst>
            <pc:docMk/>
            <pc:sldMk cId="4280919819" sldId="377"/>
            <ac:picMk id="137219" creationId="{00000000-0000-0000-0000-000000000000}"/>
          </ac:picMkLst>
        </pc:picChg>
        <pc:picChg chg="del">
          <ac:chgData name="Jingxian Wu" userId="21dace8e071ed91c" providerId="LiveId" clId="{6BF6062B-5D78-4E3A-8693-D2C7AC6A9157}" dt="2020-01-09T20:05:14.332" v="102" actId="478"/>
          <ac:picMkLst>
            <pc:docMk/>
            <pc:sldMk cId="4280919819" sldId="377"/>
            <ac:picMk id="137230" creationId="{00000000-0000-0000-0000-000000000000}"/>
          </ac:picMkLst>
        </pc:picChg>
        <pc:picChg chg="del mod">
          <ac:chgData name="Jingxian Wu" userId="21dace8e071ed91c" providerId="LiveId" clId="{6BF6062B-5D78-4E3A-8693-D2C7AC6A9157}" dt="2020-01-09T20:06:11.046" v="107" actId="478"/>
          <ac:picMkLst>
            <pc:docMk/>
            <pc:sldMk cId="4280919819" sldId="377"/>
            <ac:picMk id="137233" creationId="{00000000-0000-0000-0000-000000000000}"/>
          </ac:picMkLst>
        </pc:picChg>
        <pc:picChg chg="del">
          <ac:chgData name="Jingxian Wu" userId="21dace8e071ed91c" providerId="LiveId" clId="{6BF6062B-5D78-4E3A-8693-D2C7AC6A9157}" dt="2020-01-09T19:59:35.413" v="7" actId="478"/>
          <ac:picMkLst>
            <pc:docMk/>
            <pc:sldMk cId="4280919819" sldId="377"/>
            <ac:picMk id="137234" creationId="{00000000-0000-0000-0000-000000000000}"/>
          </ac:picMkLst>
        </pc:picChg>
      </pc:sldChg>
      <pc:sldChg chg="addSp delSp modSp">
        <pc:chgData name="Jingxian Wu" userId="21dace8e071ed91c" providerId="LiveId" clId="{6BF6062B-5D78-4E3A-8693-D2C7AC6A9157}" dt="2020-01-09T20:08:31.116" v="139" actId="1076"/>
        <pc:sldMkLst>
          <pc:docMk/>
          <pc:sldMk cId="2452280544" sldId="378"/>
        </pc:sldMkLst>
        <pc:spChg chg="add mod">
          <ac:chgData name="Jingxian Wu" userId="21dace8e071ed91c" providerId="LiveId" clId="{6BF6062B-5D78-4E3A-8693-D2C7AC6A9157}" dt="2020-01-09T20:08:31.116" v="139" actId="1076"/>
          <ac:spMkLst>
            <pc:docMk/>
            <pc:sldMk cId="2452280544" sldId="378"/>
            <ac:spMk id="9" creationId="{7099BE1B-3047-437D-88DE-6E8A47ABD40C}"/>
          </ac:spMkLst>
        </pc:spChg>
        <pc:graphicFrameChg chg="add del mod">
          <ac:chgData name="Jingxian Wu" userId="21dace8e071ed91c" providerId="LiveId" clId="{6BF6062B-5D78-4E3A-8693-D2C7AC6A9157}" dt="2020-01-09T20:07:58.574" v="121" actId="478"/>
          <ac:graphicFrameMkLst>
            <pc:docMk/>
            <pc:sldMk cId="2452280544" sldId="378"/>
            <ac:graphicFrameMk id="5" creationId="{776ECD20-F35A-44ED-9372-2EA925A7B111}"/>
          </ac:graphicFrameMkLst>
        </pc:graphicFrameChg>
        <pc:picChg chg="add mod">
          <ac:chgData name="Jingxian Wu" userId="21dace8e071ed91c" providerId="LiveId" clId="{6BF6062B-5D78-4E3A-8693-D2C7AC6A9157}" dt="2020-01-09T20:08:18.484" v="127" actId="1076"/>
          <ac:picMkLst>
            <pc:docMk/>
            <pc:sldMk cId="2452280544" sldId="378"/>
            <ac:picMk id="6" creationId="{2956C56E-5BFE-4518-81C1-4BF44363341C}"/>
          </ac:picMkLst>
        </pc:picChg>
        <pc:picChg chg="del">
          <ac:chgData name="Jingxian Wu" userId="21dace8e071ed91c" providerId="LiveId" clId="{6BF6062B-5D78-4E3A-8693-D2C7AC6A9157}" dt="2020-01-09T20:07:31.966" v="118" actId="478"/>
          <ac:picMkLst>
            <pc:docMk/>
            <pc:sldMk cId="2452280544" sldId="378"/>
            <ac:picMk id="138242" creationId="{00000000-0000-0000-0000-000000000000}"/>
          </ac:picMkLst>
        </pc:picChg>
        <pc:picChg chg="del">
          <ac:chgData name="Jingxian Wu" userId="21dace8e071ed91c" providerId="LiveId" clId="{6BF6062B-5D78-4E3A-8693-D2C7AC6A9157}" dt="2020-01-09T20:07:55.174" v="119" actId="478"/>
          <ac:picMkLst>
            <pc:docMk/>
            <pc:sldMk cId="2452280544" sldId="378"/>
            <ac:picMk id="138247" creationId="{00000000-0000-0000-0000-000000000000}"/>
          </ac:picMkLst>
        </pc:picChg>
      </pc:sldChg>
      <pc:sldChg chg="addSp delSp modSp">
        <pc:chgData name="Jingxian Wu" userId="21dace8e071ed91c" providerId="LiveId" clId="{6BF6062B-5D78-4E3A-8693-D2C7AC6A9157}" dt="2020-01-09T20:10:36.478" v="186" actId="20577"/>
        <pc:sldMkLst>
          <pc:docMk/>
          <pc:sldMk cId="968387753" sldId="379"/>
        </pc:sldMkLst>
        <pc:spChg chg="add mod">
          <ac:chgData name="Jingxian Wu" userId="21dace8e071ed91c" providerId="LiveId" clId="{6BF6062B-5D78-4E3A-8693-D2C7AC6A9157}" dt="2020-01-09T20:10:36.478" v="186" actId="20577"/>
          <ac:spMkLst>
            <pc:docMk/>
            <pc:sldMk cId="968387753" sldId="379"/>
            <ac:spMk id="9" creationId="{9B40FEC2-BF17-4E0A-8D41-C6645869F247}"/>
          </ac:spMkLst>
        </pc:spChg>
        <pc:spChg chg="add mod">
          <ac:chgData name="Jingxian Wu" userId="21dace8e071ed91c" providerId="LiveId" clId="{6BF6062B-5D78-4E3A-8693-D2C7AC6A9157}" dt="2020-01-09T20:09:11.767" v="171" actId="1076"/>
          <ac:spMkLst>
            <pc:docMk/>
            <pc:sldMk cId="968387753" sldId="379"/>
            <ac:spMk id="10" creationId="{6848CD1A-9588-4C3D-B742-6A856AD77108}"/>
          </ac:spMkLst>
        </pc:spChg>
        <pc:spChg chg="add del">
          <ac:chgData name="Jingxian Wu" userId="21dace8e071ed91c" providerId="LiveId" clId="{6BF6062B-5D78-4E3A-8693-D2C7AC6A9157}" dt="2020-01-09T20:09:09.344" v="170" actId="478"/>
          <ac:spMkLst>
            <pc:docMk/>
            <pc:sldMk cId="968387753" sldId="379"/>
            <ac:spMk id="11" creationId="{04397786-AD03-4E48-B1BB-8C42A0462AD0}"/>
          </ac:spMkLst>
        </pc:spChg>
        <pc:graphicFrameChg chg="add mod">
          <ac:chgData name="Jingxian Wu" userId="21dace8e071ed91c" providerId="LiveId" clId="{6BF6062B-5D78-4E3A-8693-D2C7AC6A9157}" dt="2020-01-09T20:09:39.814" v="172"/>
          <ac:graphicFrameMkLst>
            <pc:docMk/>
            <pc:sldMk cId="968387753" sldId="379"/>
            <ac:graphicFrameMk id="4" creationId="{4A3BD009-9C37-4176-AC7F-197595054F18}"/>
          </ac:graphicFrameMkLst>
        </pc:graphicFrameChg>
        <pc:picChg chg="add mod">
          <ac:chgData name="Jingxian Wu" userId="21dace8e071ed91c" providerId="LiveId" clId="{6BF6062B-5D78-4E3A-8693-D2C7AC6A9157}" dt="2020-01-09T20:09:58.917" v="176" actId="1076"/>
          <ac:picMkLst>
            <pc:docMk/>
            <pc:sldMk cId="968387753" sldId="379"/>
            <ac:picMk id="5" creationId="{69B3EE93-37E3-4EE8-A82B-258C748C6281}"/>
          </ac:picMkLst>
        </pc:picChg>
        <pc:picChg chg="add mod">
          <ac:chgData name="Jingxian Wu" userId="21dace8e071ed91c" providerId="LiveId" clId="{6BF6062B-5D78-4E3A-8693-D2C7AC6A9157}" dt="2020-01-09T20:10:31.933" v="182" actId="1076"/>
          <ac:picMkLst>
            <pc:docMk/>
            <pc:sldMk cId="968387753" sldId="379"/>
            <ac:picMk id="6" creationId="{AFC69263-DFA6-4952-9BF8-D6182D600D62}"/>
          </ac:picMkLst>
        </pc:picChg>
        <pc:picChg chg="del">
          <ac:chgData name="Jingxian Wu" userId="21dace8e071ed91c" providerId="LiveId" clId="{6BF6062B-5D78-4E3A-8693-D2C7AC6A9157}" dt="2020-01-09T20:10:00.279" v="177" actId="478"/>
          <ac:picMkLst>
            <pc:docMk/>
            <pc:sldMk cId="968387753" sldId="379"/>
            <ac:picMk id="139268" creationId="{00000000-0000-0000-0000-000000000000}"/>
          </ac:picMkLst>
        </pc:picChg>
        <pc:picChg chg="del">
          <ac:chgData name="Jingxian Wu" userId="21dace8e071ed91c" providerId="LiveId" clId="{6BF6062B-5D78-4E3A-8693-D2C7AC6A9157}" dt="2020-01-09T20:09:41.663" v="173" actId="478"/>
          <ac:picMkLst>
            <pc:docMk/>
            <pc:sldMk cId="968387753" sldId="379"/>
            <ac:picMk id="139270" creationId="{00000000-0000-0000-0000-000000000000}"/>
          </ac:picMkLst>
        </pc:picChg>
      </pc:sldChg>
      <pc:sldChg chg="delSp">
        <pc:chgData name="Jingxian Wu" userId="21dace8e071ed91c" providerId="LiveId" clId="{6BF6062B-5D78-4E3A-8693-D2C7AC6A9157}" dt="2020-01-09T20:10:43.798" v="187" actId="478"/>
        <pc:sldMkLst>
          <pc:docMk/>
          <pc:sldMk cId="3049124861" sldId="380"/>
        </pc:sldMkLst>
        <pc:picChg chg="del">
          <ac:chgData name="Jingxian Wu" userId="21dace8e071ed91c" providerId="LiveId" clId="{6BF6062B-5D78-4E3A-8693-D2C7AC6A9157}" dt="2020-01-09T20:10:43.798" v="187" actId="478"/>
          <ac:picMkLst>
            <pc:docMk/>
            <pc:sldMk cId="3049124861" sldId="380"/>
            <ac:picMk id="140290" creationId="{00000000-0000-0000-0000-000000000000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wmf"/><Relationship Id="rId7" Type="http://schemas.openxmlformats.org/officeDocument/2006/relationships/image" Target="../media/image93.wmf"/><Relationship Id="rId12" Type="http://schemas.openxmlformats.org/officeDocument/2006/relationships/image" Target="../media/image98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11" Type="http://schemas.openxmlformats.org/officeDocument/2006/relationships/image" Target="../media/image97.wmf"/><Relationship Id="rId5" Type="http://schemas.openxmlformats.org/officeDocument/2006/relationships/image" Target="../media/image91.wmf"/><Relationship Id="rId10" Type="http://schemas.openxmlformats.org/officeDocument/2006/relationships/image" Target="../media/image96.wmf"/><Relationship Id="rId4" Type="http://schemas.openxmlformats.org/officeDocument/2006/relationships/image" Target="../media/image90.wmf"/><Relationship Id="rId9" Type="http://schemas.openxmlformats.org/officeDocument/2006/relationships/image" Target="../media/image9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5" Type="http://schemas.openxmlformats.org/officeDocument/2006/relationships/image" Target="../media/image109.wmf"/><Relationship Id="rId4" Type="http://schemas.openxmlformats.org/officeDocument/2006/relationships/image" Target="../media/image108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image" Target="../media/image12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emf"/><Relationship Id="rId5" Type="http://schemas.openxmlformats.org/officeDocument/2006/relationships/image" Target="../media/image129.emf"/><Relationship Id="rId4" Type="http://schemas.openxmlformats.org/officeDocument/2006/relationships/image" Target="../media/image128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31.wmf"/><Relationship Id="rId1" Type="http://schemas.openxmlformats.org/officeDocument/2006/relationships/image" Target="../media/image11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5" Type="http://schemas.openxmlformats.org/officeDocument/2006/relationships/image" Target="../media/image137.emf"/><Relationship Id="rId4" Type="http://schemas.openxmlformats.org/officeDocument/2006/relationships/image" Target="../media/image136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wmf"/><Relationship Id="rId2" Type="http://schemas.openxmlformats.org/officeDocument/2006/relationships/image" Target="../media/image139.wmf"/><Relationship Id="rId1" Type="http://schemas.openxmlformats.org/officeDocument/2006/relationships/image" Target="../media/image138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6" Type="http://schemas.openxmlformats.org/officeDocument/2006/relationships/image" Target="../media/image148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Relationship Id="rId9" Type="http://schemas.openxmlformats.org/officeDocument/2006/relationships/image" Target="../media/image137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4" Type="http://schemas.openxmlformats.org/officeDocument/2006/relationships/image" Target="../media/image160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6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1/14/2020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49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A08D92-E0E3-4BB8-A825-E5CEEB4CF691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39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75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= -t</a:t>
            </a:r>
            <a:r>
              <a:rPr lang="en-US" baseline="0" dirty="0"/>
              <a:t> </a:t>
            </a:r>
            <a:r>
              <a:rPr lang="en-US" baseline="0" dirty="0">
                <a:sym typeface="Wingdings" pitchFamily="2" charset="2"/>
              </a:rPr>
              <a:t> </a:t>
            </a:r>
            <a:r>
              <a:rPr lang="en-US" dirty="0"/>
              <a:t>X(u)</a:t>
            </a:r>
            <a:r>
              <a:rPr lang="en-US" baseline="0" dirty="0"/>
              <a:t> = 2sin(4u), u &gt; 0 </a:t>
            </a:r>
            <a:r>
              <a:rPr lang="en-US" baseline="0" dirty="0">
                <a:sym typeface="Wingdings" pitchFamily="2" charset="2"/>
              </a:rPr>
              <a:t> x(-t) = 2sin(-4t), t &lt;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72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7B99F5-9ED3-44CF-A144-70EBB5FD541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043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7F21A2-BE2D-4E7A-9E2F-51EF48CDB6F2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Tx = 2pi/w = 2 pi/pi/3 = 6</a:t>
            </a:r>
          </a:p>
          <a:p>
            <a:pPr eaLnBrk="1" hangingPunct="1"/>
            <a:r>
              <a:rPr lang="en-US"/>
              <a:t>Ty = 2pi/2 = 9</a:t>
            </a:r>
          </a:p>
          <a:p>
            <a:pPr eaLnBrk="1" hangingPunct="1"/>
            <a:r>
              <a:rPr lang="en-US"/>
              <a:t>Tz = 2pi/2/9 = 9 pi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Tx/Ty = 6/9 = 2/3, rational, T = lcm(6, 9) = 18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Tx/Tz = 6/(9pi) = 2/(3pi)  non-rational</a:t>
            </a:r>
          </a:p>
        </p:txBody>
      </p:sp>
    </p:spTree>
    <p:extLst>
      <p:ext uri="{BB962C8B-B14F-4D97-AF65-F5344CB8AC3E}">
        <p14:creationId xmlns:p14="http://schemas.microsoft.com/office/powerpoint/2010/main" val="950490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28EA16-A9F2-4161-892F-C1BC7C0BF219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09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1F16A9-008A-424D-A2D9-857B0AADC625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/>
              <a:t>1. E = int_0^inf A^2 </a:t>
            </a:r>
            <a:r>
              <a:rPr lang="en-US" dirty="0" err="1"/>
              <a:t>exp</a:t>
            </a:r>
            <a:r>
              <a:rPr lang="en-US" dirty="0"/>
              <a:t>(-2t) </a:t>
            </a:r>
            <a:r>
              <a:rPr lang="en-US" dirty="0" err="1"/>
              <a:t>dt</a:t>
            </a:r>
            <a:r>
              <a:rPr lang="en-US" dirty="0"/>
              <a:t> = A^2 int_0^inf </a:t>
            </a:r>
            <a:r>
              <a:rPr lang="en-US" dirty="0" err="1"/>
              <a:t>exp</a:t>
            </a:r>
            <a:r>
              <a:rPr lang="en-US" dirty="0"/>
              <a:t>(-2t) (-1/2) d(-2t)</a:t>
            </a:r>
          </a:p>
          <a:p>
            <a:pPr eaLnBrk="1" hangingPunct="1"/>
            <a:r>
              <a:rPr lang="en-US" dirty="0"/>
              <a:t>= -A^2/2 </a:t>
            </a:r>
            <a:r>
              <a:rPr lang="en-US" dirty="0" err="1"/>
              <a:t>exp</a:t>
            </a:r>
            <a:r>
              <a:rPr lang="en-US" dirty="0"/>
              <a:t>(-2t)_0^inf = -A^2/2 [0-1] = A^2/2</a:t>
            </a:r>
          </a:p>
          <a:p>
            <a:pPr eaLnBrk="1" hangingPunct="1"/>
            <a:r>
              <a:rPr lang="en-US" dirty="0"/>
              <a:t>Energy signal</a:t>
            </a:r>
          </a:p>
          <a:p>
            <a:pPr eaLnBrk="1" hangingPunct="1"/>
            <a:r>
              <a:rPr lang="en-US" dirty="0"/>
              <a:t>P = E/</a:t>
            </a:r>
            <a:r>
              <a:rPr lang="en-US" dirty="0" err="1"/>
              <a:t>inf</a:t>
            </a:r>
            <a:r>
              <a:rPr lang="en-US" dirty="0"/>
              <a:t> = 0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2. E_T = int_0^T A^2 sin^2(</a:t>
            </a:r>
            <a:r>
              <a:rPr lang="en-US" dirty="0" err="1"/>
              <a:t>wt+theta</a:t>
            </a:r>
            <a:r>
              <a:rPr lang="en-US" dirty="0"/>
              <a:t>) = A^2/2 int_0^T [1 – </a:t>
            </a:r>
            <a:r>
              <a:rPr lang="en-US" dirty="0" err="1"/>
              <a:t>cos</a:t>
            </a:r>
            <a:r>
              <a:rPr lang="en-US" dirty="0"/>
              <a:t>(2wt+2theta)] </a:t>
            </a:r>
            <a:r>
              <a:rPr lang="en-US" dirty="0" err="1"/>
              <a:t>dt</a:t>
            </a:r>
            <a:endParaRPr lang="en-US" dirty="0"/>
          </a:p>
          <a:p>
            <a:pPr eaLnBrk="1" hangingPunct="1"/>
            <a:r>
              <a:rPr lang="en-US" dirty="0"/>
              <a:t>=A^2/2 int_0^T </a:t>
            </a:r>
            <a:r>
              <a:rPr lang="en-US" dirty="0" err="1"/>
              <a:t>dt</a:t>
            </a:r>
            <a:r>
              <a:rPr lang="en-US" dirty="0"/>
              <a:t> – A^2/2 int_0^T </a:t>
            </a:r>
            <a:r>
              <a:rPr lang="en-US" dirty="0" err="1"/>
              <a:t>cos</a:t>
            </a:r>
            <a:r>
              <a:rPr lang="en-US" dirty="0"/>
              <a:t>(2wt+2theta) </a:t>
            </a:r>
            <a:r>
              <a:rPr lang="en-US" dirty="0" err="1"/>
              <a:t>dt</a:t>
            </a:r>
            <a:endParaRPr lang="en-US" dirty="0"/>
          </a:p>
          <a:p>
            <a:pPr eaLnBrk="1" hangingPunct="1"/>
            <a:r>
              <a:rPr lang="en-US" dirty="0"/>
              <a:t>= A^2/2 T – A^2/2 int_0^T </a:t>
            </a:r>
            <a:r>
              <a:rPr lang="en-US" dirty="0" err="1"/>
              <a:t>cos</a:t>
            </a:r>
            <a:r>
              <a:rPr lang="en-US" dirty="0"/>
              <a:t>(2wt+2theta) d(2wt+2theta) 1/2w</a:t>
            </a:r>
          </a:p>
          <a:p>
            <a:pPr eaLnBrk="1" hangingPunct="1"/>
            <a:r>
              <a:rPr lang="en-US" dirty="0"/>
              <a:t>= A^2/2 T-A^2/2 sin(2wt+2theta)_0^T 1/2w</a:t>
            </a:r>
          </a:p>
          <a:p>
            <a:pPr eaLnBrk="1" hangingPunct="1"/>
            <a:r>
              <a:rPr lang="en-US" dirty="0"/>
              <a:t>= A^2/2 T – A^2/(4w) [sin(2wT+2theta) – sin(2theta)]</a:t>
            </a:r>
          </a:p>
          <a:p>
            <a:pPr eaLnBrk="1" hangingPunct="1"/>
            <a:r>
              <a:rPr lang="en-US" dirty="0"/>
              <a:t>= A^2/2 T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P = A^2/2 </a:t>
            </a:r>
            <a:r>
              <a:rPr lang="en-US" dirty="0">
                <a:sym typeface="Wingdings" pitchFamily="2" charset="2"/>
              </a:rPr>
              <a:t> power signal</a:t>
            </a: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Sin^2(x) = [1-cos(2x)]/2</a:t>
            </a:r>
          </a:p>
          <a:p>
            <a:pPr eaLnBrk="1" hangingPunct="1"/>
            <a:r>
              <a:rPr lang="en-US" dirty="0" err="1"/>
              <a:t>wT</a:t>
            </a:r>
            <a:r>
              <a:rPr lang="en-US" dirty="0"/>
              <a:t> = 2pi</a:t>
            </a:r>
          </a:p>
        </p:txBody>
      </p:sp>
    </p:spTree>
    <p:extLst>
      <p:ext uri="{BB962C8B-B14F-4D97-AF65-F5344CB8AC3E}">
        <p14:creationId xmlns:p14="http://schemas.microsoft.com/office/powerpoint/2010/main" val="130918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E9558C-F879-4A2B-8197-E0476BADF320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(t+3)+1,	-1 leq t+3 leq 0</a:t>
            </a:r>
          </a:p>
          <a:p>
            <a:pPr eaLnBrk="1" hangingPunct="1"/>
            <a:r>
              <a:rPr lang="en-US"/>
              <a:t>1,  	0 &lt; t+3 leq 2</a:t>
            </a:r>
          </a:p>
          <a:p>
            <a:pPr eaLnBrk="1" hangingPunct="1"/>
            <a:r>
              <a:rPr lang="en-US"/>
              <a:t>-(t+3)+3, 	2 &lt; t+3 leq 3</a:t>
            </a:r>
          </a:p>
          <a:p>
            <a:pPr eaLnBrk="1" hangingPunct="1"/>
            <a:r>
              <a:rPr lang="en-US"/>
              <a:t>0,	o.w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t+4, 	-4 leq t leq -3</a:t>
            </a:r>
          </a:p>
          <a:p>
            <a:pPr eaLnBrk="1" hangingPunct="1"/>
            <a:r>
              <a:rPr lang="en-US"/>
              <a:t>1,	-3 &lt; t leq -1</a:t>
            </a:r>
          </a:p>
          <a:p>
            <a:pPr eaLnBrk="1" hangingPunct="1"/>
            <a:r>
              <a:rPr lang="en-US"/>
              <a:t>-t,	-1 &lt; t leq 0</a:t>
            </a:r>
          </a:p>
          <a:p>
            <a:pPr eaLnBrk="1" hangingPunct="1"/>
            <a:r>
              <a:rPr lang="en-US"/>
              <a:t>0,	o.w.</a:t>
            </a:r>
          </a:p>
        </p:txBody>
      </p:sp>
    </p:spTree>
    <p:extLst>
      <p:ext uri="{BB962C8B-B14F-4D97-AF65-F5344CB8AC3E}">
        <p14:creationId xmlns:p14="http://schemas.microsoft.com/office/powerpoint/2010/main" val="32998551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565462-CF3F-46BE-BC0A-F9FA3DAC2634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491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14E0F4-02D0-418E-B2F9-2089E5D68C89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16233" indent="-216233"/>
            <a:r>
              <a:rPr lang="en-US" dirty="0"/>
              <a:t>(3-t)+1, 	-1 </a:t>
            </a:r>
            <a:r>
              <a:rPr lang="en-US" dirty="0" err="1"/>
              <a:t>leq</a:t>
            </a:r>
            <a:r>
              <a:rPr lang="en-US" dirty="0"/>
              <a:t> 3-t </a:t>
            </a:r>
            <a:r>
              <a:rPr lang="en-US" dirty="0" err="1"/>
              <a:t>leq</a:t>
            </a:r>
            <a:r>
              <a:rPr lang="en-US" dirty="0"/>
              <a:t> 0</a:t>
            </a:r>
          </a:p>
          <a:p>
            <a:pPr marL="216233" indent="-216233"/>
            <a:r>
              <a:rPr lang="en-US" dirty="0"/>
              <a:t>1.		0 &lt; 3-t </a:t>
            </a:r>
            <a:r>
              <a:rPr lang="en-US" dirty="0" err="1"/>
              <a:t>leq</a:t>
            </a:r>
            <a:r>
              <a:rPr lang="en-US" dirty="0"/>
              <a:t> 2</a:t>
            </a:r>
          </a:p>
          <a:p>
            <a:pPr marL="216233" indent="-216233"/>
            <a:r>
              <a:rPr lang="en-US" dirty="0"/>
              <a:t>0		</a:t>
            </a:r>
            <a:r>
              <a:rPr lang="en-US" dirty="0" err="1"/>
              <a:t>o.w</a:t>
            </a:r>
            <a:r>
              <a:rPr lang="en-US" dirty="0"/>
              <a:t>.</a:t>
            </a:r>
          </a:p>
          <a:p>
            <a:pPr marL="216233" indent="-216233"/>
            <a:endParaRPr lang="en-US" dirty="0"/>
          </a:p>
          <a:p>
            <a:pPr marL="216233" indent="-216233"/>
            <a:r>
              <a:rPr lang="en-US" dirty="0"/>
              <a:t>-t+4	3 </a:t>
            </a:r>
            <a:r>
              <a:rPr lang="en-US" dirty="0" err="1"/>
              <a:t>leq</a:t>
            </a:r>
            <a:r>
              <a:rPr lang="en-US" dirty="0"/>
              <a:t> t </a:t>
            </a:r>
            <a:r>
              <a:rPr lang="en-US" dirty="0" err="1"/>
              <a:t>leq</a:t>
            </a:r>
            <a:r>
              <a:rPr lang="en-US" dirty="0"/>
              <a:t> 4</a:t>
            </a:r>
          </a:p>
          <a:p>
            <a:pPr marL="216233" indent="-216233">
              <a:buFontTx/>
              <a:buChar char="•"/>
            </a:pPr>
            <a:r>
              <a:rPr lang="en-US" dirty="0"/>
              <a:t>1 </a:t>
            </a:r>
            <a:r>
              <a:rPr lang="en-US" dirty="0" err="1"/>
              <a:t>leq</a:t>
            </a:r>
            <a:r>
              <a:rPr lang="en-US" dirty="0"/>
              <a:t> t &lt; 3</a:t>
            </a:r>
          </a:p>
          <a:p>
            <a:pPr marL="216233" indent="-216233"/>
            <a:r>
              <a:rPr lang="en-US" dirty="0"/>
              <a:t>0	</a:t>
            </a:r>
            <a:r>
              <a:rPr lang="en-US" dirty="0" err="1"/>
              <a:t>o.w</a:t>
            </a:r>
            <a:r>
              <a:rPr lang="en-US" dirty="0"/>
              <a:t>.</a:t>
            </a:r>
          </a:p>
          <a:p>
            <a:pPr marL="216233" indent="-216233"/>
            <a:endParaRPr lang="en-US" dirty="0"/>
          </a:p>
          <a:p>
            <a:pPr marL="216233" indent="-216233"/>
            <a:r>
              <a:rPr lang="en-US" dirty="0"/>
              <a:t>y(t) = x(-t): reflection x(t)</a:t>
            </a:r>
          </a:p>
          <a:p>
            <a:pPr marL="216233" indent="-216233"/>
            <a:r>
              <a:rPr lang="en-US" dirty="0"/>
              <a:t>y(t-3) = x(-(t-3))=x(-t+3): move y(t) to the right by 3</a:t>
            </a:r>
          </a:p>
          <a:p>
            <a:pPr marL="216233" indent="-216233"/>
            <a:endParaRPr lang="en-US" dirty="0"/>
          </a:p>
          <a:p>
            <a:pPr marL="216233" indent="-21623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9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C5D80D-E31A-4022-AC34-1AF8D8E76BC9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16233" indent="-216233"/>
            <a:r>
              <a:rPr lang="en-US" dirty="0"/>
              <a:t>3t-6+1	-1 </a:t>
            </a:r>
            <a:r>
              <a:rPr lang="en-US" dirty="0" err="1"/>
              <a:t>leq</a:t>
            </a:r>
            <a:r>
              <a:rPr lang="en-US" dirty="0"/>
              <a:t> 3t-6 </a:t>
            </a:r>
            <a:r>
              <a:rPr lang="en-US" dirty="0" err="1"/>
              <a:t>leq</a:t>
            </a:r>
            <a:r>
              <a:rPr lang="en-US" dirty="0"/>
              <a:t> 0</a:t>
            </a:r>
          </a:p>
          <a:p>
            <a:pPr marL="216233" indent="-216233"/>
            <a:r>
              <a:rPr lang="en-US" dirty="0"/>
              <a:t>1		0 &lt; 3t-6 </a:t>
            </a:r>
            <a:r>
              <a:rPr lang="en-US" dirty="0" err="1"/>
              <a:t>leq</a:t>
            </a:r>
            <a:r>
              <a:rPr lang="en-US" dirty="0"/>
              <a:t> 2</a:t>
            </a:r>
          </a:p>
          <a:p>
            <a:pPr marL="216233" indent="-216233"/>
            <a:r>
              <a:rPr lang="en-US" dirty="0"/>
              <a:t>-(3t-6)+3	2 &lt; 3t-6 </a:t>
            </a:r>
            <a:r>
              <a:rPr lang="en-US" dirty="0" err="1"/>
              <a:t>leq</a:t>
            </a:r>
            <a:r>
              <a:rPr lang="en-US" dirty="0"/>
              <a:t> 3</a:t>
            </a:r>
          </a:p>
          <a:p>
            <a:pPr marL="216233" indent="-216233"/>
            <a:r>
              <a:rPr lang="en-US" dirty="0"/>
              <a:t>0		</a:t>
            </a:r>
            <a:r>
              <a:rPr lang="en-US" dirty="0" err="1"/>
              <a:t>o.w</a:t>
            </a:r>
            <a:r>
              <a:rPr lang="en-US" dirty="0"/>
              <a:t>.</a:t>
            </a:r>
          </a:p>
          <a:p>
            <a:pPr marL="216233" indent="-216233"/>
            <a:endParaRPr lang="en-US" dirty="0"/>
          </a:p>
          <a:p>
            <a:pPr marL="216233" indent="-216233"/>
            <a:r>
              <a:rPr lang="en-US" dirty="0"/>
              <a:t>3t-5	5/3 </a:t>
            </a:r>
            <a:r>
              <a:rPr lang="en-US" dirty="0" err="1"/>
              <a:t>leq</a:t>
            </a:r>
            <a:r>
              <a:rPr lang="en-US" dirty="0"/>
              <a:t> t </a:t>
            </a:r>
            <a:r>
              <a:rPr lang="en-US" dirty="0" err="1"/>
              <a:t>leq</a:t>
            </a:r>
            <a:r>
              <a:rPr lang="en-US" dirty="0"/>
              <a:t> 2</a:t>
            </a:r>
          </a:p>
          <a:p>
            <a:pPr marL="216233" indent="-216233"/>
            <a:r>
              <a:rPr lang="en-US" dirty="0"/>
              <a:t>1		2 &lt; t </a:t>
            </a:r>
            <a:r>
              <a:rPr lang="en-US" dirty="0" err="1"/>
              <a:t>leq</a:t>
            </a:r>
            <a:r>
              <a:rPr lang="en-US" dirty="0"/>
              <a:t> 8/3</a:t>
            </a:r>
          </a:p>
          <a:p>
            <a:pPr marL="216233" indent="-216233"/>
            <a:r>
              <a:rPr lang="en-US" dirty="0"/>
              <a:t>-3t+9	8/3 &lt; t </a:t>
            </a:r>
            <a:r>
              <a:rPr lang="en-US" dirty="0" err="1"/>
              <a:t>leq</a:t>
            </a:r>
            <a:r>
              <a:rPr lang="en-US" dirty="0"/>
              <a:t> 3</a:t>
            </a:r>
          </a:p>
          <a:p>
            <a:pPr marL="216233" indent="-216233"/>
            <a:r>
              <a:rPr lang="en-US" dirty="0"/>
              <a:t>0		</a:t>
            </a:r>
            <a:r>
              <a:rPr lang="en-US" dirty="0" err="1"/>
              <a:t>o.w</a:t>
            </a:r>
            <a:r>
              <a:rPr lang="en-US" dirty="0"/>
              <a:t>.</a:t>
            </a:r>
          </a:p>
          <a:p>
            <a:pPr marL="216233" indent="-21623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944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4BB839-8AA9-4717-B9D9-2C7083CA62A3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97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0DF112-7268-4C94-8168-5748E8CB721A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/>
              <a:t>int_0^t 1 dt = t|_0^t = t</a:t>
            </a:r>
          </a:p>
        </p:txBody>
      </p:sp>
    </p:spTree>
    <p:extLst>
      <p:ext uri="{BB962C8B-B14F-4D97-AF65-F5344CB8AC3E}">
        <p14:creationId xmlns:p14="http://schemas.microsoft.com/office/powerpoint/2010/main" val="159330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C461D9-80BF-4B90-AECD-68ED87A32BB8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err="1"/>
              <a:t>rect</a:t>
            </a:r>
            <a:r>
              <a:rPr lang="en-US" dirty="0"/>
              <a:t>(t/D) </a:t>
            </a:r>
          </a:p>
          <a:p>
            <a:pPr eaLnBrk="1" hangingPunct="1"/>
            <a:r>
              <a:rPr lang="en-US" dirty="0" err="1"/>
              <a:t>rect</a:t>
            </a:r>
            <a:r>
              <a:rPr lang="en-US" dirty="0"/>
              <a:t>(at/D) (area: 1/a)</a:t>
            </a:r>
          </a:p>
          <a:p>
            <a:pPr eaLnBrk="1" hangingPunct="1"/>
            <a:r>
              <a:rPr lang="en-US" dirty="0" err="1"/>
              <a:t>lim</a:t>
            </a:r>
            <a:r>
              <a:rPr lang="en-US" dirty="0"/>
              <a:t>_(D-&gt;0) = 1/a delta(t)</a:t>
            </a:r>
          </a:p>
          <a:p>
            <a:pPr eaLnBrk="1" hangingPunct="1"/>
            <a:r>
              <a:rPr lang="en-US" dirty="0" err="1"/>
              <a:t>rect</a:t>
            </a:r>
            <a:r>
              <a:rPr lang="en-US" dirty="0"/>
              <a:t>((</a:t>
            </a:r>
            <a:r>
              <a:rPr lang="en-US" dirty="0" err="1"/>
              <a:t>at+b</a:t>
            </a:r>
            <a:r>
              <a:rPr lang="en-US" dirty="0"/>
              <a:t>)= </a:t>
            </a:r>
            <a:r>
              <a:rPr lang="en-US" dirty="0" err="1"/>
              <a:t>rect</a:t>
            </a:r>
            <a:r>
              <a:rPr lang="en-US" dirty="0"/>
              <a:t>(a(</a:t>
            </a:r>
            <a:r>
              <a:rPr lang="en-US" dirty="0" err="1"/>
              <a:t>t+b</a:t>
            </a:r>
            <a:r>
              <a:rPr lang="en-US" dirty="0"/>
              <a:t>/a)/D)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Or: </a:t>
            </a:r>
          </a:p>
          <a:p>
            <a:pPr eaLnBrk="1" hangingPunct="1"/>
            <a:r>
              <a:rPr lang="en-US" dirty="0"/>
              <a:t>p(t) </a:t>
            </a:r>
            <a:r>
              <a:rPr lang="en-US" dirty="0">
                <a:sym typeface="Wingdings" pitchFamily="2" charset="2"/>
              </a:rPr>
              <a:t> d to 0  delta(t)</a:t>
            </a:r>
            <a:endParaRPr lang="en-US" dirty="0"/>
          </a:p>
          <a:p>
            <a:pPr eaLnBrk="1" hangingPunct="1"/>
            <a:r>
              <a:rPr lang="en-US" dirty="0"/>
              <a:t>a P(at)</a:t>
            </a:r>
            <a:r>
              <a:rPr lang="en-US" baseline="0" dirty="0"/>
              <a:t> </a:t>
            </a:r>
            <a:r>
              <a:rPr lang="en-US" baseline="0" dirty="0">
                <a:sym typeface="Wingdings" pitchFamily="2" charset="2"/>
              </a:rPr>
              <a:t> d to 0  a delta( at)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199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DCE61C-95E4-4232-9483-3DE5643A6C41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16233" indent="-216233">
              <a:buFontTx/>
              <a:buAutoNum type="arabicPeriod"/>
            </a:pPr>
            <a:r>
              <a:rPr lang="en-US" dirty="0"/>
              <a:t>3+3^2 = 12</a:t>
            </a:r>
          </a:p>
          <a:p>
            <a:pPr marL="216233" indent="-216233">
              <a:buFontTx/>
              <a:buAutoNum type="arabicPeriod"/>
            </a:pPr>
            <a:r>
              <a:rPr lang="en-US" dirty="0"/>
              <a:t>0</a:t>
            </a:r>
          </a:p>
          <a:p>
            <a:pPr marL="216233" indent="-216233">
              <a:buFontTx/>
              <a:buAutoNum type="arabicPeriod"/>
            </a:pPr>
            <a:r>
              <a:rPr lang="en-US" dirty="0"/>
              <a:t> tau = 2t – 4</a:t>
            </a:r>
          </a:p>
          <a:p>
            <a:pPr marL="216233" indent="-216233"/>
            <a:r>
              <a:rPr lang="en-US" dirty="0"/>
              <a:t>	d tau = 2 </a:t>
            </a:r>
            <a:r>
              <a:rPr lang="en-US" dirty="0" err="1"/>
              <a:t>dt</a:t>
            </a:r>
            <a:endParaRPr lang="en-US" dirty="0"/>
          </a:p>
          <a:p>
            <a:pPr marL="216233" indent="-216233"/>
            <a:r>
              <a:rPr lang="en-US" dirty="0"/>
              <a:t>	t = (tau+4)/2</a:t>
            </a:r>
          </a:p>
          <a:p>
            <a:pPr marL="216233" indent="-216233"/>
            <a:r>
              <a:rPr lang="en-US" dirty="0"/>
              <a:t>	t = -2 </a:t>
            </a:r>
            <a:r>
              <a:rPr lang="en-US" dirty="0">
                <a:sym typeface="Wingdings" pitchFamily="2" charset="2"/>
              </a:rPr>
              <a:t> tau = -8</a:t>
            </a:r>
          </a:p>
          <a:p>
            <a:pPr marL="216233" indent="-216233"/>
            <a:r>
              <a:rPr lang="en-US" dirty="0">
                <a:sym typeface="Wingdings" pitchFamily="2" charset="2"/>
              </a:rPr>
              <a:t>	t = 3  tau = 2</a:t>
            </a:r>
          </a:p>
          <a:p>
            <a:pPr marL="216233" indent="-216233"/>
            <a:r>
              <a:rPr lang="en-US" dirty="0">
                <a:sym typeface="Wingdings" pitchFamily="2" charset="2"/>
              </a:rPr>
              <a:t>	</a:t>
            </a:r>
            <a:r>
              <a:rPr lang="en-US" dirty="0" err="1">
                <a:sym typeface="Wingdings" pitchFamily="2" charset="2"/>
              </a:rPr>
              <a:t>int</a:t>
            </a:r>
            <a:r>
              <a:rPr lang="en-US" dirty="0">
                <a:sym typeface="Wingdings" pitchFamily="2" charset="2"/>
              </a:rPr>
              <a:t>_{-8}^2 exp(tau/2+1) delta(tau) 1/2 d tau = 1/2 exp(1)</a:t>
            </a:r>
          </a:p>
          <a:p>
            <a:pPr marL="216233" indent="-216233"/>
            <a:endParaRPr lang="en-US" dirty="0">
              <a:sym typeface="Wingdings" pitchFamily="2" charset="2"/>
            </a:endParaRPr>
          </a:p>
          <a:p>
            <a:pPr marL="216233" indent="-216233"/>
            <a:r>
              <a:rPr lang="en-US" dirty="0">
                <a:sym typeface="Wingdings" pitchFamily="2" charset="2"/>
              </a:rPr>
              <a:t> 	1/2 delta(t-2)</a:t>
            </a:r>
          </a:p>
          <a:p>
            <a:pPr marL="216233" indent="-216233"/>
            <a:r>
              <a:rPr lang="en-US" dirty="0">
                <a:sym typeface="Wingdings" pitchFamily="2" charset="2"/>
              </a:rPr>
              <a:t>	1/2 </a:t>
            </a:r>
            <a:r>
              <a:rPr lang="en-US" dirty="0" err="1">
                <a:sym typeface="Wingdings" pitchFamily="2" charset="2"/>
              </a:rPr>
              <a:t>int</a:t>
            </a:r>
            <a:r>
              <a:rPr lang="en-US" dirty="0">
                <a:sym typeface="Wingdings" pitchFamily="2" charset="2"/>
              </a:rPr>
              <a:t>_{-2}^3 exp(t-1) delta(t-2) </a:t>
            </a:r>
            <a:r>
              <a:rPr lang="en-US" dirty="0" err="1">
                <a:sym typeface="Wingdings" pitchFamily="2" charset="2"/>
              </a:rPr>
              <a:t>dt</a:t>
            </a:r>
            <a:r>
              <a:rPr lang="en-US" dirty="0">
                <a:sym typeface="Wingdings" pitchFamily="2" charset="2"/>
              </a:rPr>
              <a:t> = 1/2 exp(1).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2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 dirty="0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eb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7.bin"/><Relationship Id="rId18" Type="http://schemas.openxmlformats.org/officeDocument/2006/relationships/image" Target="../media/image20.wmf"/><Relationship Id="rId26" Type="http://schemas.openxmlformats.org/officeDocument/2006/relationships/oleObject" Target="../embeddings/oleObject14.bin"/><Relationship Id="rId3" Type="http://schemas.openxmlformats.org/officeDocument/2006/relationships/oleObject" Target="../embeddings/oleObject2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9.bin"/><Relationship Id="rId25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6.bin"/><Relationship Id="rId24" Type="http://schemas.openxmlformats.org/officeDocument/2006/relationships/oleObject" Target="../embeddings/oleObject13.bin"/><Relationship Id="rId5" Type="http://schemas.openxmlformats.org/officeDocument/2006/relationships/oleObject" Target="../embeddings/oleObject3.bin"/><Relationship Id="rId15" Type="http://schemas.openxmlformats.org/officeDocument/2006/relationships/oleObject" Target="../embeddings/oleObject8.bin"/><Relationship Id="rId23" Type="http://schemas.openxmlformats.org/officeDocument/2006/relationships/oleObject" Target="../embeddings/oleObject12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3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6.wmf"/><Relationship Id="rId1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7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34.bin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8.wmf"/><Relationship Id="rId1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52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3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58.wmf"/><Relationship Id="rId18" Type="http://schemas.openxmlformats.org/officeDocument/2006/relationships/oleObject" Target="../embeddings/oleObject45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55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6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4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57.wmf"/><Relationship Id="rId5" Type="http://schemas.openxmlformats.org/officeDocument/2006/relationships/image" Target="../media/image54.wmf"/><Relationship Id="rId15" Type="http://schemas.openxmlformats.org/officeDocument/2006/relationships/image" Target="../media/image59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61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6.wmf"/><Relationship Id="rId14" Type="http://schemas.openxmlformats.org/officeDocument/2006/relationships/oleObject" Target="../embeddings/oleObject4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6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78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63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76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84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1.wmf"/><Relationship Id="rId12" Type="http://schemas.openxmlformats.org/officeDocument/2006/relationships/oleObject" Target="../embeddings/oleObject68.bin"/><Relationship Id="rId17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0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83.wmf"/><Relationship Id="rId5" Type="http://schemas.openxmlformats.org/officeDocument/2006/relationships/image" Target="../media/image80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6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91.wmf"/><Relationship Id="rId18" Type="http://schemas.openxmlformats.org/officeDocument/2006/relationships/oleObject" Target="../embeddings/oleObject78.bin"/><Relationship Id="rId26" Type="http://schemas.openxmlformats.org/officeDocument/2006/relationships/oleObject" Target="../embeddings/oleObject82.bin"/><Relationship Id="rId3" Type="http://schemas.openxmlformats.org/officeDocument/2006/relationships/oleObject" Target="../embeddings/oleObject71.bin"/><Relationship Id="rId21" Type="http://schemas.openxmlformats.org/officeDocument/2006/relationships/image" Target="../media/image95.wmf"/><Relationship Id="rId7" Type="http://schemas.openxmlformats.org/officeDocument/2006/relationships/image" Target="../media/image99.png"/><Relationship Id="rId12" Type="http://schemas.openxmlformats.org/officeDocument/2006/relationships/oleObject" Target="../embeddings/oleObject75.bin"/><Relationship Id="rId17" Type="http://schemas.openxmlformats.org/officeDocument/2006/relationships/image" Target="../media/image93.wmf"/><Relationship Id="rId25" Type="http://schemas.openxmlformats.org/officeDocument/2006/relationships/image" Target="../media/image9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7.bin"/><Relationship Id="rId20" Type="http://schemas.openxmlformats.org/officeDocument/2006/relationships/oleObject" Target="../embeddings/oleObject79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8.wmf"/><Relationship Id="rId11" Type="http://schemas.openxmlformats.org/officeDocument/2006/relationships/image" Target="../media/image90.wmf"/><Relationship Id="rId24" Type="http://schemas.openxmlformats.org/officeDocument/2006/relationships/oleObject" Target="../embeddings/oleObject81.bin"/><Relationship Id="rId5" Type="http://schemas.openxmlformats.org/officeDocument/2006/relationships/oleObject" Target="../embeddings/oleObject72.bin"/><Relationship Id="rId15" Type="http://schemas.openxmlformats.org/officeDocument/2006/relationships/image" Target="../media/image92.wmf"/><Relationship Id="rId23" Type="http://schemas.openxmlformats.org/officeDocument/2006/relationships/image" Target="../media/image96.wmf"/><Relationship Id="rId10" Type="http://schemas.openxmlformats.org/officeDocument/2006/relationships/oleObject" Target="../embeddings/oleObject74.bin"/><Relationship Id="rId19" Type="http://schemas.openxmlformats.org/officeDocument/2006/relationships/image" Target="../media/image94.wmf"/><Relationship Id="rId4" Type="http://schemas.openxmlformats.org/officeDocument/2006/relationships/image" Target="../media/image87.wmf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76.bin"/><Relationship Id="rId22" Type="http://schemas.openxmlformats.org/officeDocument/2006/relationships/oleObject" Target="../embeddings/oleObject80.bin"/><Relationship Id="rId27" Type="http://schemas.openxmlformats.org/officeDocument/2006/relationships/image" Target="../media/image9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104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01.wmf"/><Relationship Id="rId12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103.wmf"/><Relationship Id="rId5" Type="http://schemas.openxmlformats.org/officeDocument/2006/relationships/image" Target="../media/image100.wmf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0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109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93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13" Type="http://schemas.openxmlformats.org/officeDocument/2006/relationships/oleObject" Target="../embeddings/oleObject99.bin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8.png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5" Type="http://schemas.openxmlformats.org/officeDocument/2006/relationships/image" Target="../media/image117.png"/><Relationship Id="rId10" Type="http://schemas.openxmlformats.org/officeDocument/2006/relationships/image" Target="../media/image114.wmf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16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01.bin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10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2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2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05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2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128.e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30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13.bin"/><Relationship Id="rId5" Type="http://schemas.openxmlformats.org/officeDocument/2006/relationships/image" Target="../media/image119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32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37.e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16.bin"/><Relationship Id="rId11" Type="http://schemas.openxmlformats.org/officeDocument/2006/relationships/image" Target="../media/image136.emf"/><Relationship Id="rId5" Type="http://schemas.openxmlformats.org/officeDocument/2006/relationships/image" Target="../media/image133.wmf"/><Relationship Id="rId10" Type="http://schemas.openxmlformats.org/officeDocument/2006/relationships/oleObject" Target="../embeddings/oleObject118.bin"/><Relationship Id="rId4" Type="http://schemas.openxmlformats.org/officeDocument/2006/relationships/oleObject" Target="../embeddings/oleObject115.bin"/><Relationship Id="rId9" Type="http://schemas.openxmlformats.org/officeDocument/2006/relationships/image" Target="../media/image135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42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41.wmf"/><Relationship Id="rId5" Type="http://schemas.openxmlformats.org/officeDocument/2006/relationships/image" Target="../media/image138.wmf"/><Relationship Id="rId10" Type="http://schemas.openxmlformats.org/officeDocument/2006/relationships/oleObject" Target="../embeddings/oleObject123.bin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40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50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9.wmf"/><Relationship Id="rId20" Type="http://schemas.openxmlformats.org/officeDocument/2006/relationships/image" Target="../media/image137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33.bin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4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35.bin"/><Relationship Id="rId4" Type="http://schemas.openxmlformats.org/officeDocument/2006/relationships/image" Target="../media/image15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153.wmf"/><Relationship Id="rId4" Type="http://schemas.openxmlformats.org/officeDocument/2006/relationships/oleObject" Target="../embeddings/oleObject13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5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38.bin"/><Relationship Id="rId5" Type="http://schemas.openxmlformats.org/officeDocument/2006/relationships/image" Target="../media/image154.wmf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5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159.emf"/><Relationship Id="rId18" Type="http://schemas.openxmlformats.org/officeDocument/2006/relationships/image" Target="../media/image160.emf"/><Relationship Id="rId3" Type="http://schemas.openxmlformats.org/officeDocument/2006/relationships/tags" Target="../tags/tag2.xml"/><Relationship Id="rId7" Type="http://schemas.openxmlformats.org/officeDocument/2006/relationships/slideLayout" Target="../slideLayouts/slideLayout2.xml"/><Relationship Id="rId12" Type="http://schemas.openxmlformats.org/officeDocument/2006/relationships/oleObject" Target="../embeddings/oleObject142.bin"/><Relationship Id="rId17" Type="http://schemas.openxmlformats.org/officeDocument/2006/relationships/oleObject" Target="../embeddings/oleObject143.bin"/><Relationship Id="rId2" Type="http://schemas.openxmlformats.org/officeDocument/2006/relationships/tags" Target="../tags/tag1.xml"/><Relationship Id="rId16" Type="http://schemas.openxmlformats.org/officeDocument/2006/relationships/image" Target="../media/image163.png"/><Relationship Id="rId1" Type="http://schemas.openxmlformats.org/officeDocument/2006/relationships/vmlDrawing" Target="../drawings/vmlDrawing28.vml"/><Relationship Id="rId6" Type="http://schemas.openxmlformats.org/officeDocument/2006/relationships/tags" Target="../tags/tag5.xml"/><Relationship Id="rId11" Type="http://schemas.openxmlformats.org/officeDocument/2006/relationships/image" Target="../media/image158.wmf"/><Relationship Id="rId5" Type="http://schemas.openxmlformats.org/officeDocument/2006/relationships/tags" Target="../tags/tag4.xml"/><Relationship Id="rId15" Type="http://schemas.openxmlformats.org/officeDocument/2006/relationships/image" Target="../media/image162.png"/><Relationship Id="rId10" Type="http://schemas.openxmlformats.org/officeDocument/2006/relationships/oleObject" Target="../embeddings/oleObject141.bin"/><Relationship Id="rId4" Type="http://schemas.openxmlformats.org/officeDocument/2006/relationships/tags" Target="../tags/tag3.xml"/><Relationship Id="rId9" Type="http://schemas.openxmlformats.org/officeDocument/2006/relationships/image" Target="../media/image157.wmf"/><Relationship Id="rId14" Type="http://schemas.openxmlformats.org/officeDocument/2006/relationships/image" Target="../media/image16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5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64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7.bin"/><Relationship Id="rId4" Type="http://schemas.openxmlformats.org/officeDocument/2006/relationships/image" Target="../media/image16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2200"/>
            <a:ext cx="7772400" cy="990600"/>
          </a:xfrm>
        </p:spPr>
        <p:txBody>
          <a:bodyPr/>
          <a:lstStyle/>
          <a:p>
            <a:r>
              <a:rPr lang="en-US" sz="2400" dirty="0"/>
              <a:t>ELEG 3124 SYSTEMS AND SIGNALS</a:t>
            </a:r>
            <a:br>
              <a:rPr lang="en-US" sz="2400" dirty="0"/>
            </a:br>
            <a:r>
              <a:rPr lang="en-US" dirty="0"/>
              <a:t>Ch. 1 Continuous-Time Signals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 dirty="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 dirty="0">
                <a:solidFill>
                  <a:srgbClr val="000099"/>
                </a:solidFill>
                <a:latin typeface="Arial Black" pitchFamily="34" charset="0"/>
              </a:rPr>
              <a:t>wuj@uark.edu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algn="r"/>
            <a:fld id="{7A65BF99-0365-4788-A7C5-586C0382C80B}" type="slidenum">
              <a:rPr lang="zh-CN" altLang="en-US" b="1" smtClean="0"/>
              <a:pPr algn="r"/>
              <a:t>2</a:t>
            </a:fld>
            <a:endParaRPr lang="en-US" altLang="zh-CN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Introduction: what are signals and systems?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Signals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Basic Signal Operations</a:t>
            </a:r>
          </a:p>
          <a:p>
            <a:pPr marL="800100" lvl="1" indent="-342900"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Signals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Examples of signals and systems (Electrical Systems)</a:t>
                </a:r>
              </a:p>
              <a:p>
                <a:pPr lvl="1"/>
                <a:r>
                  <a:rPr lang="en-US" dirty="0"/>
                  <a:t>Voltage divider</a:t>
                </a:r>
              </a:p>
              <a:p>
                <a:pPr lvl="2"/>
                <a:r>
                  <a:rPr lang="en-US" dirty="0"/>
                  <a:t>Input signal: x = 5V</a:t>
                </a:r>
              </a:p>
              <a:p>
                <a:pPr lvl="2"/>
                <a:r>
                  <a:rPr lang="en-US" dirty="0"/>
                  <a:t>Output signal: y = </a:t>
                </a:r>
                <a:r>
                  <a:rPr lang="en-US" dirty="0" err="1"/>
                  <a:t>Vout</a:t>
                </a:r>
                <a:endParaRPr lang="en-US" dirty="0"/>
              </a:p>
              <a:p>
                <a:pPr lvl="2"/>
                <a:r>
                  <a:rPr lang="en-US" dirty="0"/>
                  <a:t>The system output is a fraction of the input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𝑦</m:t>
                    </m:r>
                    <m:r>
                      <a:rPr lang="en-US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/>
                      </a:rPr>
                      <m:t>𝑥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	</a:t>
                </a:r>
              </a:p>
              <a:p>
                <a:pPr lvl="1"/>
                <a:r>
                  <a:rPr lang="en-US" dirty="0" err="1"/>
                  <a:t>Multimeter</a:t>
                </a:r>
                <a:endParaRPr lang="en-US" dirty="0"/>
              </a:p>
              <a:p>
                <a:pPr lvl="2"/>
                <a:r>
                  <a:rPr lang="en-US" dirty="0"/>
                  <a:t>Input: the voltage across the battery</a:t>
                </a:r>
              </a:p>
              <a:p>
                <a:pPr lvl="2"/>
                <a:r>
                  <a:rPr lang="en-US" dirty="0"/>
                  <a:t>Output: the voltage reading on the LCD display</a:t>
                </a:r>
              </a:p>
              <a:p>
                <a:pPr lvl="2"/>
                <a:r>
                  <a:rPr lang="en-US" dirty="0"/>
                  <a:t>The system measures the voltage across two points</a:t>
                </a:r>
              </a:p>
              <a:p>
                <a:pPr lvl="1"/>
                <a:r>
                  <a:rPr lang="en-US" dirty="0"/>
                  <a:t>Radio or cell phone</a:t>
                </a:r>
              </a:p>
              <a:p>
                <a:pPr lvl="2"/>
                <a:r>
                  <a:rPr lang="en-US" dirty="0"/>
                  <a:t>Input: electromagnetic signals</a:t>
                </a:r>
              </a:p>
              <a:p>
                <a:pPr lvl="2"/>
                <a:r>
                  <a:rPr lang="en-US" dirty="0"/>
                  <a:t>Output: audio signals</a:t>
                </a:r>
              </a:p>
              <a:p>
                <a:pPr lvl="2"/>
                <a:r>
                  <a:rPr lang="en-US" dirty="0"/>
                  <a:t>The system receives electromagnetic signals and convert them to audio signal</a:t>
                </a:r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627" t="-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data:image/jpeg;base64,/9j/4AAQSkZJRgABAQAAAQABAAD/2wCEAAkGBxAQBhIQExQVFBIWERAREhQSEBkYFBUYFhkiGBUYFxgZKCggJB4lHxYVIT0kKCkrLy4wGCszRDMsNygtMisBCgoKBQUFDgUFDisZExkrKysrKysrKysrKysrKysrKysrKysrKysrKysrKysrKysrKysrKysrKysrKysrKysrK//AABEIAPMAzwMBIgACEQEDEQH/xAAbAAEAAwADAQAAAAAAAAAAAAAABAUGAgMHAf/EAEYQAAEDAgMFAwULDAIDAQAAAAEAAgMEEQUGEhMVITGTUVPRFCI2QXIWMlJUYXSBobGytAcjJDRCVXGRlLPS0zNic4LBF//EABQBAQAAAAAAAAAAAAAAAAAAAAD/xAAUEQEAAAAAAAAAAAAAAAAAAAAA/9oADAMBAAIRAxEAPwD2XdlP3MXSb4Juyn7mLpN8FLRBE3ZT9zF0m+Cbsp+5i6TfBS0QRN2U/cxdJvgm7KfuYuk3wUtZkZsDMLxGWZgY+hkma9gdfW0MEkLgT8Nrm/TdBd7sp+5i6TfBN2U/cxdJvgq6PM9Ox8ENTJHDVSRwl8Ou+h8g4MLrWF3XAva9uCrznmCPGTSzWje7EH0MXnjzrQslEhB9RdI1lhfi4dqDQ7sp+5i6TfBN2U/cxdJvgolHmaimxM00c7HTAvGgHmWcHhp5Et9dibLroc2YfPW7GOpidJd4DQ/i7RfUW398Bpdci44IJ+7KfuYuk3wTdlP3MXSb4KLg+ZKKsmcynnZK5o1ENP7N7ahfm24tcXCj5izXR0Ic2WaNs2ydK2NzrEgcG6j+yC4aQTzKCy3ZT9zF0m+Cbsp+5i6TfBVmB5ibO5rZDFG9+x2TGzanuLqdk72lthZwDybetoDvWu8Y7EcT0CSExNiqXyv2w1MdA9rHgt+C3Ubm/AgD1oJm7KfuYuk3wTdlP3MXSb4KhpM80c2LmOOWN0DaSWqlm16RHocwN1BwHmkPLtX/AF9asIM10D8PfUCpi2Ubmtke52kMLradWq1r3Fr87oJ27KfuYuk3wTdlP3MXSb4Lr31Tbm8sMrRTaBJtXGzNJ5Hj2qDDmenmMDqeSKSN874ZC6TQ5hbE6QgMIuXeaDpNvNJKCy3ZT9zF0m+Cbsp+5i6TfBVhzlhvkRmFTEY9oItTCXAvLdelum9zpN+F7KfS4zTSsvHNG8bFtRdrwfzTiQH/AMLscP8A1KDs3ZT9zF0m+Cbsp+5i6TfBUGLZ4pqU65XxbFz6JkT2TAucKjiXuHqa1vnXubgErVA8EETdlP3MXSb4Juyn7mLpN8FLRBE3ZT9zF0m+Cbsp+5i6TfBS0QEREBERAWJzLleonzXE+PT5JP5PvAEi58kftYLA89ROg/IPUtsiDz7MGCVrnYlSx04kbXyxPZVbRgbANmyN21aSH3Zsi5ukG5PqUmTBKqPHBUCLW3fTqqzHs1CF9EKbX5xHJ/EjnYcitwiDy6HBcTkraXbRTN2UtVtnianFOwTQyxB9NFHZ2kGRrru87+JJUKN76+DDqFjIY3MpKyITRTxyNI8lMIkjEZLhES5pOrSbkCx4r15RqbD4IpXPjijY55u9zI2tLvaIHH6UGKylgdUMfhmmZUMbT0skAM9RC9pc8tGmFsIH5uzL3fY+94c12Y7h1YzEMSEVKKptdAxjHmVjWxObFsiyUPIOj9sab8XHlzW6RB50MrV0eGSyRtb5VHUYdVUoMg0vdDSRU8zHH1BwE7OPbfsK+1+Sak4dHCzQ4jC6qGR7zZslRLPDO/UBx0yOjlv8jl6IiDzXHcFr8Sqny+SmkAo44mh88RkkfHURzll2FwDSI3AE3Fybi3BG5Zq6jbSvjmu+XCm6ayeF8jmU9RtZS4ReZpDSbcSTx+RelIgoM6YdNPhDNixsj4qmmqRE52kSiGQPLLngCQOF+FwFTy0FZV4hDUOpWU4bVPeWl7Nu5nkksIfKWEtJ1yNAAJsPq26IMHTYNVUdLhMzKfbupaF9LPBG9ge10jI9UkZeQwkOiIPEXD78VFbh+Iw1L5W0MZdUYe+n2dPLGyKnk280rdpqIuC2dpLm3u5ruHEL0ZEHm8mW6yLCwRDtHMOAP2bJGan+RlpnDS4htxY8yLr0gckRAREQEREBERARFXZio5J8AqYInBkslPNHG4uLQ17mkNJLeIsSOIQWKLz/APJ9kzEqLCZI6mvkD3TF7dg5krdOkDiaiIuvcHgOH1rTblqf3hVdKj/0oLpFS7lqf3hVdKj/ANKblqf3hVdKj/0oLpFS7lqf3hVdKj/0puWp/eFV0qP/AEoLpFS7lqf3hVdKj/0puWp/eFV0qP8A0oLpFmMWgqqWCOUVs8n6VQxOZJFTaHNmqGRPB0RNd7154gjitOgIiICIiAiIgIiICIiAiIgIiICIiAio8k+i1P7LvvlXiAiIgIiIChY3iApcHnqS0ubDDLM5oNiRG0uIF/XYKaqLPnoPiPzCs/tOQQcXnr6igY1tFb8/Rz8aqPlDOyYjh6yGEfSprMembilPBNSuiE8kkbH7djwHMidLxDePKNyuqf8AV2+y37FRZj9IcJ+eVH4OdBoUREBERAREQEREBERAREQEREBERBR5J9Fqf2XffKvFR5J9Fqf2XffKvEBERAXTWzGOikeOJax7gDyOkX/+LuXRXxF9BIxvN0b2i/K5BAQY6HMmIswykq5m0j4Z3UjXRwmRsw8oLWt0aiQ4tLwSOHAHsXHOuYXPp8SoNi9rRg+Iz7WQWDy1oZaMesefxPD1LrGQI4cBo3U9PBHXwPoXvlZ5hcYy3ygbQC51N2g487qR+UDDJDDWVfm7JuB4pTnj52t+l7eHZaNyDZU/6u32W/YqLMfpDhPzyo/Bzq9p/wBXb7LfsVFmP0hwn55Ufg50GhREQEREBERAREQEREBERAREQEREFHkj0Wp/Zd98q8UHA8P8mwqODVq0AjVa17knl9KnICIiAiIgKiz56D4j8wrP7Tleqjzy0nJWIAAkmhqwABckmJwAACC4p/1dvst+xUWY/SHCfnlR+DnRmcMPZTt1TtHBjeLX8zZoHLtICg1+MQVWZMMbC/aFlVUPfpY7zW+STNuSRYC7mj6UGvREQEREBERAREQEREBERAREQFFNfFvMU1/zpiMwbY+8Dg0m/LmRwUpZHGcRhpM9QzVD2wxPoZoWyyuDY9oJWv0F54A6bmx52QaBmLwE1HngeTu0TlwIDDoEnM8CNL2m4UmlqGS0rJWHUx7GvY7ta4XaePyELCUlPT12FYzM5jZqaSodLA5zLseYqWNmtl+YD2OAcOxarKPonRfM6X+21BbIiICIiAiIgos5TsZhMZe5rQa3DLFzgL2q4nHn8gJ+hXqxH5VsrRYjg8Ake9mispWgstxE8zIH8/XZ9we0LQR5cgbC1odUWa0NH6dUcgLD9tBboqn3PQfCqP66o/zT3PQfCqP66o/zQWyKp9z0Hwqj+uqP809z0Hwqj+uqP80Fsiqfc9B8Ko/rqj/Nffc/B8Ko/rqj/NBIqMXpo61sD5omTO06I3StD3ajZtmk3NyLKasFi/5NKefONPiG3la+F0D2xOcZNWxfr99IS63ED5PpW9QEREBERAREQFxkja5tnAOHYRcfWuSIOmknjkpmvjLXRkeaW+9IHDh/Jdyo8keitP7LvvlXiAiIgIiICrcy4g+my7VVLA0vhpp5mh99JMbC4A2sbcFZKiz56D4j8wrP7TkESvosTqKJjS+kaNrTT8GS84ZWzAc/WWAfSux+I18OM0cU3kzo6iaWImJsge3TBJKCNRtzit9K0FP+rt9lv2KizH6Q4T88qPwc6DQoiICIiAiIgz2JenlB8zxT79MtCqLEKd5zpRSBrixtJiLXOAOlpe+AtBPqJ0ut7J7FeoCIiAiIgIiICIiCjyT6LU/su++VeKjyT6LU/su++VeICIiAo+IyFuHyuabObHI4HsIaSFIXTVw7SkfHe2pjmX7NQtf60HmGFZieaSgkixOSoqpn0bX0sscOzdtLbcXbG1zdLS9wOrmy3G6+/lFxHEIcJqdc7CZxVwsw9kbHfoxY5pnMg88Oa0bQuJ0i+m11s6vLOvLVNRiSzqd1C5shjvc0zmuHm34atFufC6zOZMt1lPl7FJxVQu2lPWyyl1F+eezQ4iLa7Tg1rfNHCwtyQeiQf8DfZb9iocx+kOE/PKj8HOr2n/4G+y37FRZj9IcJ+eVH4OdBoUREBERAVXmmpfDlisljOmRlLUyMdYHS5sZLTY8OBAVoo+IUbJ6CSB9yySN8T7Gx0vBa6x/gSgoMZxOaPL1DK19nyVOFRyOsPObNKxsosRbiHHl2qsbiWIxZipmyzxufPUStfQRxsOxpwHaJtoPPuA2O5cdJL7ADgplNlasd5PFUVbJaankhlY1lNolkMJBh2smoggENJ0tFyF9y9lispK4vNVDIHyvkncaK08uokgGXaHgLgDhYBoFkGtREQEREBERAREQUeSPRan9l33yrxRsNoWU9CyFl9DQQ25ueJvz+lSUBERAREQFRZ89B8R+YVn9pyvVUZvpZJsp1sMbdUklJUxRtBA1OfGWtFzYcyEFnT/q7fZb9iosx+kOE/PKj8HOo02bJIaVpfh1cBqhiv+inzpHCNg4Tetzmj6fUuE1TUVeYKB3kVTAyGeaWSScwaQDTSxgDZyPcSXSN9SDWoiICIiAiIgqazEJGZopaYW2ctPWyv4cdUToQyx7PzrvqVss9iXp5QfM8U+/TLQoCIiAiIgIiICj4jWx0+HyzyG0cUb5XkAkhrBqcbDieAKkKPiNFHUUEkEg1RyRvikbci7XjS4XHEcCeSCpy3nChxCjdLBKCxr9m7WCw3sDydY8iOKtd4Qd7H1G+KqcAybh9DSOiggaGufrdrvIb2A5vueQHBWe6abuIuk3wQc94Qd7H1G+Kbwg72PqN8Vw3TTdxF0W+Cbppu4i6LfBBz3hB3sfUb4pvCDvY+o3xXDdNN3EXRb4Jumm7iLot8EHPeEHex9Rvim8IO9j6jfFcN003cRdFvgm6abuYuk3wQZz8oGZaKlwiIzTNaHVlC5um7yRFURyyGzLmwaxx+rmQFpW4jAWAiWMggEHaNsQeR5qqx7JmHV0DGT07HBjtbdF4yDyPFljY9nJWTcIpgwAQRWAAA2LbADkOSDs3hB3sfUb4pvCDvY+o3xXDdNN3EXRb4Jumm7iLot8EHPeEHex9Rvim8IO9j6jfFcN003cRdFvgm6abuIui3wQc94Qd7H1G+Kbwh72PqN8Vw3TTdxF0W+Cbqpu5i6TfBBQYrm/C4c109PI+9W4COAtY5wAqHBunU3gLmNnPsC1azddkXDZscirXwDbxGN0bmPcwAxu1MOlpDTY9o4rSICIiAiIgIiICIiAiIgIiICIiAiIgIiICIiAiIgIiICIiAiIgIiICIiAiIgIiICIiAiIg47Ru003GqwcW342PAG3ZwP8AJfGytN7EHSSHWI4EcSD2HiFnKe3/AOlT9pwykt2kCaW9v4XH81mcVpNrlHMBbLJHoq6+UmFzRtNFKy8byQbtJFiBY8LXQemBcWPDm3BBFyLg3HA2P1ghRMPjDsGiaeRgjabEjgWAcxxUDJ+WmYbhhgZJLKDI6QumeXOu7i4D1AX1Hh8Ljc3JCx3nT7bRtotd9Onat1X5Wte9/kUlzwHAEgE8gTxP8F45UUTzljE5N2UszPKcXLql8jNuAJpLvDNFyWW4DaAnSLEK4x/BIalz4oWvrK6SlpWxzykCPD2hnmSiTmxxOqXS27nHsbYoPTUXGJpEQBNyAAT2ntXJAREQEREBERAREQEREBERBCpsTjkxSanbfaQthc+4820oJbY+v3pVVPnOkZAHWmc501TCyKKB8krjTvLJXBkdzpBHvvlHaq+bFYqDOVZJU62RzwUZhkET3scYg8PZdgNnDU02PMFUEGKSU1FDaJ0E1RNic4qZaKSV9PTzVBka3ZsBdrfdh0uIA03PIAh6PheIxVWHx1ELtcUjQ5jgCLj5QeIINxY8QQpSz2B07IslhlGZXAQzGJz2aZnyEucXFsoaNTpC4+cAOPYq3Lj8WOLs8oFRsbP1bRlGGX0+bcwuL+duSDZpdVmJ5eoqqcST08Urw3SHSRhxAve1z6uJUP3FYX8Sp+i1BKxvL1JWlhnj1OZcMe2R8cjQ73wD4y11jYcL2XbTYLSx4OaNkTG05Y+N0QHmlr7h4PrN7m55m6ge4rC/iVP0Wp7isL+JU/RagvY2NbGGiwAAAHYBwAXK6oPcVhfxKn6LU9xWF/EqfotQWbMMgFFJAI27KQzGRn7LjKSZb+0XO/mqmfI+FvkLnUzC4tY0nU65DGhjAePqaAPoXP3FYX8Sp+i1PcVhfxKn6LUF80ANAHICwX1UHuKwv4lT9FquaKkjhpWxRMayNos1jBZrR2ABB3IiICIiAiIgIiICIiAiIgIiICIiAiIgzWJYrWnMrqSmbT2ZTRVDnVBkuTI97AGhnZs/rUN+c5Isq1NVJTl8tPJUQvZTXfE50TdWsPtcR25kjzSCOJCkYllGGrza+oqYIpofJIYotoA4te2R7n8Dy4OZx+RRaXLc8eTcSw9rWtbJ5eyiaJCWiOdh2bTf3tnOcLeoINbRzbSkY+1tTGOt2XF7LlFUMdI9rXNLmENeAQSwlocA4eo6XNP8CumnpnDC2xElrti2MuYRdp02JaTwuP4LM5aypPTZgqZ31dU9jpo3Ma+WItnAp2Rl0oawG4cCBbTwY3n6wm41itYMwxUlM2C7qaaoc6oL7eY9jLDR/wCS/wBCgw5prHQSQimZLWMrPIzs5HeS8YhNtXSaS5rQwgEWJ1WHrUrHMqx1uaoZqiGKanjpJ49MgvaV0jHNIaf+rX8flVNJl2vpaOelomNZTPrdq1sdTsnsp3RDaRxPIJYTKHG4HAONrGxAafK+MvqqaUSxiKaGeSnmayTWzU0B12PsLghzTxAINx6lcqnypSOhwkRGmZS6XOtGyfbar8S90hAJcSTcm5PO6uEBERAREQEREBERAREQEREBERAREQEREBERAREQEREBERAREQEREBERAREQ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5" descr="data:image/jpeg;base64,/9j/4AAQSkZJRgABAQAAAQABAAD/2wCEAAkGBhMQEBENEA8QEg8TEBUQDxQRDhAPDw4OFBQWFBMREhIYHSYeFxojGhISIDAiLycpLCwsFSAyQTAqNSYrMCkBCQoKBQUFDQUFDSkYEhgpKSkpKSkpKSkpKSkpKSkpKSkpKSkpKSkpKSkpKSkpKSkpKSkpKSkpKSkpKSkpKSkpKf/AABEIAM4A9QMBIgACEQEDEQH/xAAbAAEBAAMBAQEAAAAAAAAAAAAABQEEBgMHAv/EAEcQAAEDAgMCCQgHBgQHAAAAAAEAAgMEEQUSIRMxBhYiQVFTdJXTFBUzYZOUs7QjNDVSVYHSBzJxc5GyQlSCoSQlscHC0eH/xAAUAQEAAAAAAAAAAAAAAAAAAAAA/8QAFBEBAAAAAAAAAAAAAAAAAAAAAP/aAAwDAQACEQMRAD8A+4oiIMXWVAgjmnmqrVksTIpxExscdMQG7CGS5L43Em8jufoWz5nm/Ean2VF4KCsik+Z5vxGp9lReCnmeb8RqfZUXgoKyKT5nm/Ean2VF4KeZ5vxGp9lReCgrIpPmeb8RqfZUXgp5nm/Ean2VF4KCsik+Z5vxGp9lReCnmeb8RqfZUXgoK10UOjMsdZ5O+pkmjdTGX6SOBpa9sjW6GNjeZyuICIiAiIgIiICIiAiIgIiICIiAiIgIiICIiCTgnpa/tg+VplWUnBPS1/bB8rTKsgIiICIiAiIgIiIIz/tFnYn/ABo1ZUZ/2kzsT/jRqygIiICIiAiIgIiICIiAiIgIiICIiAiIgIiIJOCelr+2D5WmVZScE9LX9sHytMqyAiIgIiICIiAsOdYXO4b/AFBZRBzdc41ha6kDmObcCqO0jYGk6iNtvpwbEWPJG+66JgIABNzbU2tc9NlzVbaKQsw83qLgzQsDX04vqDM3MBCSCSCCC48zlt4/wiNKIW5GuklLv3nytijaxt3uc9kbyACWjVo330sguIubn4X5HyZorwsdJHnZJme6WKm8qdZmW2QsBAdm383Ot/B8XdMZGSRtjkjLMwZIZWFsjA9pDi1p3HXTf0oKqKHLwhIc5wjHk7J200km0tIJ3PZGMsWXVmaRovmB3mxC8KXhtC6IyyNljsQMuze8vvOKcGOwu8bRzAbD/Fz70HRopOH8I4p3iNm0DuUOXE5gzxnLLHc73NNr/wAd51VZAREQEREBERAREQEREBERAREQScE9LX9sHytMqyk4J6Wv7YPlaZVkBERAREQEREBYeLghZWHDQ/8AxBzMx82hrYyJInuOSnJAqMxJc7yfK28v7xJB3C5uq+I4aaiPJtZYg4EPDQy743izmODgRu5xqOlTcGpzBUvp5bSyviMwnu/aPjDw3I8OJy2zC2U203DcuiQQn8EIi513SGJ2YmK7Q3O6DyZz81s19lybXtz71uYXgwgznaPkfIWl7nhgJDGhjBZoAsGgD1qiiCS/g6wyF2d+yMgnfCMmyfO1wcJCbZv3mtNgQCRey8OKMVoxnk+jDQ3VmuWpZVC+n342j+BPPqrqIJlNgLI3skDnksfUPFyLXqZNo8HTcDu/7qmiICIiAiIgIiICIiAiIgIiICLXrahzGZmRPldcDKwxtdbpu9zR/utDzzN+HVXtaLxkGcE9LX9sHytMqy5vDquojkqXuw+otLUbVlpaO4bsYY9fpd943LfZi8xIBw+pAJAJMtGQB0m0t0FVFhZQEREBERAREQRn/aLOxP8AjRqyoz/tFnYn/GjVlAREQEREBERAREQEREBERAREQEREBERAWhiLKglvk74Gixz7aKSQk6Wy5XtsN/TvXvXUm1Zk2kkeoOaJ+R+nNe25THYABvrqwdF6lo/8UGdjXddQ+61HjKtT5g1uctL7cotBa0u5y0EkgfmVG8yN/wA/V+9N/SvWLALEOFZWOAIOtQC13qPJ1CDzl4TZRVkwPHk7442guA2xlyhrufK3M6199hey/UfCE7LaPiyllSKaYNkztjcXtZna7KC8XezmB1PQvWqwBknlF3PG3MZda30bogMjm6cxa069C/VNgbWwyQPJlEpe6ZzwAZXSCzjZoAbpbd0IPfD8Q2xls2zY5nRA3/fLAM5tbSzi4evLfnW4tXDKAQRMhbchrbXNsz3b3PdbnJJJ/itpAREQERYKDiIuHVFJjIo2VDTM2B9Pzhjp9ox+ybJuLrNOnSLb13C+SRfsap241tzNIYi11a2IXa4SiRvJMoIOUOcXaWO4XX0PinT/AHZvfKvxEFhFH4p0/RN75V+InFOn6JvfKvxEFhFH4p0/RN75V+InFOn6JvfKvxEFhFH4p0/RN75V+InFOn6JvfKvxEFhFH4p0/RN75V+InFOn6JvfKvxEFhFH4p0/RN75V+InFOn6JvfKvxEFhYupHFOn6JvfKvxF++Cry6hpHOJLjTRElxLnOJYLkk6k+tBVREQEREBERAWpW4VDOQZoIpcv7u0iZJlvvtmBtuW2iDmMH4O0plrQaSmIFWA29PEco8mpzYaaC5J/NdJDC1jQxjWta0Wa1oDWtA3AAbgpmCelr+2D5WmVZAREQEREBERAREQRn/aLOxP+NGrKiyuAxKO5tejeG3/AMR2rDYdJsCfyVpAREQEREBERARYus3QES6XQFJ4JfUKPssXw2qtdSeCR/4Cj7LF8NqCsiXS6AixdZugIiICIiCTgnpa/tg+VplWUnBPS1/bB8rTKsgIiICIiAiIgLDnWBPR0Ak/0WVgnnQcy4+cwW8mOBj7H0clXmBPMb+Tm7eguI+6d3TMbYAa6C2pJP5k71zVY7ytwfRgseNPKrviZb7rRa1SNCLHkjfe69uEtfURMi2IflGd9TM2KJ+yijZcnI97RqTfeTZpFkHQIuNqeFMzHSzAsfC10sTGFmXMY6I1YlL73uSMuW2gPSq2AV8r3TxTPDzEY7PDNnmEkTZLFoNtM1kFxFzUmMy3fOHN2EdW2jMWTlPLpY4TLtb6G8l7WtZvSbrVpeGcgiDpKfNI4jZBkjW7VrqttLcg6M1kYd5uL7tyDr0ULC+EbpZWxPgMeYzMB2rXgy07wyYAWHJudCbE2Og0vdQROFROSBge9gkrII3mOR0bzG5/KbnaQRf+KjUlNJM0yRQVBjzvY0uxysY47OR0ZJbra5YTvVnhTupe30/96zwR+qt/nVHzMqCX5oqP8vN39Wf+lo4kZKcxtfBOXSSMjY1uO1jjd72sD3aaNDntBJ6QN5APeLmMc4OTySGaKo3zUxyOhjds4oponvDZCQbchz7c506EErEGzxOZG2iqpZHhzmMjx+oDsjMuZxLy1uheznvyudT4K0sYwRUVUadscJLmY5UNjp45gNiHNNnbi3cDa667HqSR7o5GQzEsL2ZoJ4Ypix4YSG7Q5cjspB1DgWtt0qG7grOI4qcMk9DSse+OeMQF8GS5na4iQ2yEDLcHS4Qa1NVySSNiFJVBr3yRxSHHqnZzSQlwka0C7hbZyb2gHL6wt6aklY+ON0EwdIS1n/Pa2xLW5iL5bA2B/otihwKYVcUhjkZHFNUS6zRupsswk9CwHPmJkDjmGhzAECwNrhBSufFnYLyxPbPF0l0Zu5o9bmF7f9SDmpIpAZRsJyYWCSQDHa3RpDnDXLa9mnS/R0i9Xgw/6WcNfMYzDTTMbNPJOWGVkhdZzyTzD+i/VJC7yOpnkaQ+obNO4EWLWOZliY71tjbG38um68uCfpJOx0Pw5EHTIiICIiCTgnpa/tg+VplWUnBPS1/bB8rTKsgIiICIiAiIgLBWVhwuCEHMV1oZSyg1nveWBln09jrmlBcBBvJFiMx5nK3W4VHUNaJmXtrZsj22uOU3M0glp5xuNtymYVTeS1PkTCTA6F07GuDc0bxIGkBwALgc5PKufWugQT/MEGcy7JuYtLTe5YQW5CdnfLct5N7XtpuXpQYVHAC2JpbmN3Eve9zjawu5xJNgLAX0W4iDSdg0RlFQWfSDW+Z2UuAsHFl8pcBpmIv61+PMEHJGyHItk1dycsrZxz9YxrvyVBEGpFhcTXB7WAOa6RzTro6Z2eU/6narbREEbhTh800LPJTDt454pmbcvER2brkOLBfcuT4rYmCSI8NbdznEMr8XY3M5xc4hrXgC5JOg519FRB864r4p93D+8sZ/WnFfFPu4f3ljP619FRB864r4p93D+8sZ/WtfDsFxKeGOoaygDZI2yNBxHGcwa4Zhfl79V9NUngl9Qo+yxf2NQchxXxT7uH95Yz+tOK+Kfdw/vLGf1r6KiD5y/griZBBZhxBBBBxHGSCDvBGddJwVwypidNJVila5zYo420rpnMbHE1wF9prflf7LokQEREBERBJwT0tf2wfK0yrLnKfFW089Y2SKq5dSJGGOhq52OZ5PA24fGwt3scN/MtrjVF1Vd3XiHhILKKNxqi6qu7rxDwk41RdVXd14h4SCyi+eftF/aiaClbLTU8zpnyBjTU0dXBCzS5JztZmJAIAB/wCi9uAP7S/LqNtRUU87ZQ90b/J6KrnheW25THMY4Acq1rkgtKDvUUbjVF1Vd3XiHhJxqi6qu7rxDwkFlFG41RdVXd14h4SHhVF1Vd3XiHhID/tFnYn/ABo1ZXw+i/bLLJjgjdSHycudRNa2OU1bGmQfSOYLkuDm3LQ29jbeF9X41RdVXd14h4SCyijcaouqru68Q8JONUXVV3deIeEgsoo3GqLqq7uvEPCTjVF1Vd3XiHhILKKNxqi6qu7rxDwk41RdVXd14h4SCyijcaouqru68Q8JONUXVV3deIeEgsoo3GqLqq7uvEPCTjVF1Vd3XiHhILKk8EvqFH2WL4bV+ONUXVV3deIeEvXgvE5tFSMe1zXNpog5rmlrmuDBcOadQR0IKiIiAiIgIiICIiDGVLLKIMWSyyiCfjuHxz00sU0bJIyxxLXtD2kgXBsegheXBalZHRUjGMa1oporNaAGgljSTb+JJ/NbuIeil/lv/tK1+Dv1Ol7NF8NqDfslllEGLJZZRBPZwfpmzmsFNCKlws6YRtEpFrWL9+4ALfssogxZLLKIMWSyyiDFkssogxZLLKIMWSyyiDFkAWUQEREBERAREQEREBERARFPxCtmY4CKldM21y4TRR2P3bON0GxiHopf5b/7Stfg79TpezRfDatGpxGqex7Bh7uUxzfrVPbUW6fWvLDauqigihNA4mOJkZIqqexLWhpI19SDo0U6hrpnuyy0rom2vmM8UmvRZpvzqigIiICIiAiIgIiICIiAiIgIiICIiAiIgIiICIiAiIgIiICwWrKIOercGghbtJa2rjZe2Z+IztaCdwuXLFFhEE7c8NbVyMvlzMxGdwzDeLh2/VdCQlkGGMsANdABqSTpzkr9IiAiIgIiICIiAiIgIiICIiAiIgIiICIiAiIgIiIP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ata:image/jpeg;base64,/9j/4AAQSkZJRgABAQAAAQABAAD/2wCEAAkGBwgHBgkIBwgWFRQXGCAYGBcXGCEgIRAgKiEeIiAnJR8jJysiICEqJB8jLTMmMSksMy46JCAzPDg4PC0vLisBCgoKBQUFDgUFDisZExkrKysrKysrKysrKysrKysrKysrKysrKysrKysrKysrKysrKysrKysrKysrKysrKysrK//AABEIANYA7AMBIgACEQEDEQH/xAAbAAEBAQADAQEAAAAAAAAAAAAABgUDBAcBAv/EAEAQAAEDAgQCBgYIBQMFAAAAAAEAAgMEEQUGEiETMRYiQVWU0xQ1UVN0tDI2YXFygbLSBxUkQsQjUqFDgrHB8P/EABQBAQAAAAAAAAAAAAAAAAAAAAD/xAAUEQEAAAAAAAAAAAAAAAAAAAAA/9oADAMBAAIRAxEAPwD3FERAREQRdFg1PjeYcyPr6io/06hrGBlTNG1jeBC6wax4HNxPLtWj0Lwn31X42p8xMsevc1/FM+Wp1RoJzoXhPvqvxtT5idC8J99V+NqfMVGiCc6F4T76r8bU+YnQvCffVfjanzFRognOheE++q/G1PmJ0Lwn31X42p8xUaIJzoXhPvqvxtT5idC8J99V+NqfMVGiCc6F4T76r8bU+YnQvCffVfjanzFRognOheE++q/G1PmJ0Lwn31X42p8xUaII3+UwYLnDA2UNRPpkbNrbJUSyB1mtts97htcqyU5jX1zy3+Go/SxUaAiIgIiICIiAiIgIiICIiAiIgnMsevc1/FM+Wp1Rqcyx69zX8Uz5anVGgIiICIiAiIgIiICIiAiIgnMa+ueW/wANR+lio1OZsjfS1OH45HURg0/EHDkJAqNbQLBwuQ7q7AMdflbtW3h9Ua2iiqXU749QvokFnN+8diDsIiICIiAiIgIiICIiAiIgIiIJzLHr3NfxTPlqdUanMsevc1/FM+Wp1RoCIiAiIgIiICIiAsTMuYm4E+hjFE+Z8zyxjWuY3cNLzdz3NaNmntW2sHMmW6fMNbhLq6Nj4oXvc+N7dQlvG5g2O2xcDf7EHXps50M8GEv9HeHVM7oAw2PDc3WHXcCWkAsIuCb3Ftr2plMx5Yliw7AKFlS3TSTiQEM08RjWyMaCBtrs8XIABIJsL2FMglcWpDglc/HHVDZbuHUqCdUXVsRAQDYkAnQGEvN9wqHDqp1bRQ1LqZ8ZcL6JAA5n3gE2KwMUojgdXU5g47ZWjrObUPAMA02tDI6zYwbbtOziT1gqDD6tlfRRVUcbmhwvpe3S5v3j/wB8jzFxug7CIiAiIgIiICIiAiIgIiICIiCcyx69zX8Uz5anVGpzLHr3NfxTPlqdUaAiIgIiICIiAiIgIiICIiCVmhfS5xoIq53HEpe+JzzY0hYwXAYBoN9Rs6wcASCSqpTmNfXPLf4aj9LFRoCIiAiIgIiICIiAiIgIiyajM+X6aqfS1OO0zJGmzmOmYHNP2gm4QayLhfVU8dRFTvnaHvBLGlwvIBbUQOZAuL25XC6GMY9BhMscc1FUyahe8NPJIB95Y0gH7EHRyx69zX8Uz5anVGoHA8yR0eK4/UT4PXhs07Xs/op92iGJh/s26zCrmlnFTTRTtY5oc0OAe0tc24vYtO4PtB3CDlREQEREBERAREQEREBERBOY19c8t/hqP0sVGvL/AOI+eYcs57y/DJh0kuljnHSdyJCGdUW6zhpJtte4H2qr6Z0fdNf4Gf8AYgpUU10zo+6a/wADP+xOmdH3TX+Bn/YgpUU10zo+6a/wM/7E6Z0fdNf4Gf8AYgpUU10zo+6a/wADP+xOmdH3TX+Bn/YgpUU10zo+6a/wM/7FN5s/i5RZemo4/wCSVJ4l7maN8OkC3IPbd/PsG23tQekovxFI2WJkjORAIX7QQ1ac19OqfgCm0+jzabmTTp4sNtVtuJbl/wB66UmHUjsxVkGHPmklnlcKqnmY7htieGtkc1w0taQ0Xa4OcXatNt7t9GRBDZJZW12KCXFWEOoovRBqAHEfqOuQC1hqYyMjTy1vaSbXWrnSpqocPkYcPhfTlv8AqvlqzT8PcW6wYSN7b6h7FSL49rXtLXtBHsKDynAqylGLU7sFw6ifOL6Gtxt8hd1TfqFhDurfsNufYvUqV0z6aF9TEGPLQXNDtQYbbgOsLgHtsL+xT2VoYm49mktiAtVNtsNv6aBUyAiIgIiICIiAiIgIiICIiCaxyNj855aL2A7T8xy6rFSqcxr655b/AA1H6WKjQEREBERAREQFEZoxrE5cTwmPBaON0fpJic6XYVJEcrnNYS06Wgstr/3ADcByt1OZs9aZV+M/x6hBs4bXRYjSNqImubzBa8WdG4bEEdhB/I8xcEFdpEQEREBERBOZY9e5r+KZ8tTqjU5lj17mv4pny1OqNAREQEREBERAREQEREBERBOY19c8t/hqP0sVGp3NLHUlVQY9xYw2mEmpsjwzWHADZ56oO2wOx9o5raw+rbXUUVU2J7A4X0vbpc37x/8AA9iDsIiICIiAiIgKczZ60yr8Z/j1Co1mYxhbsRq8InbKG8CfikW+mOHIy32fTv8Akg00REBERAREQTmWPXua/imfLU6o1OZY9e5r+KZ8tTqjQEREBERAREQEREBZmNY7Q4J6MK4vvI4tY2ON8jnkAuNmsBOwBPLsWmprNuXn4/iGB3LhFHJI6RzJHMc0GJ7W6XNIdfUR2+2+1wg4qr+IWWqVjHS1j92OkIbDITG1rixxe0NuwBwIOq24Kp4ZY54WTQvBa4Agj+4HcFQNRguOUmC0mB0WCsdGWltTKyfS+pbqeSA5wLgZCdTjcka3gG9nq9p7+jxaogw2F2j+zblt7EE5iFDVYbiD8Yn/AKpjTrDXkNfSANcCWXLYjztuGusXdY7A7+H1tPiVFDWUb9THi7TYi4+47qexSiqosQdW4xEaunDtTWMB/pbNO/BAPG3ub3LgSNLdrqioqunrqZlTSSh7HciPsNj9xBBBHYQQg50REBERAREQYmcaiqocDkxCjkcDC5srg3/qMa4cRvssWahfs59imqHNOMVeLVQwaGOoZKZZYw+XSGxROZCQwhpu579TusWjfnbdXlRBFUwSU9RGHMcC1zTuHAixB+whTeYcLy+12A0NdgUMrXSejxBzG2pxw3v2BHK0drfd7EHXZndtRDLPRUwcz0mmgYS62tszYXauRtbi8t72XPkGuxmvy3HUYpwy8ySAODydQD3Dfqi1iCBz2DTzJA0pssYFPibcUmwiF04LXCQsGoFttJvzuLC33BdihwXDMPZIyioI2Bzi9wa0DU42uT9psN0HfREQEREE5lj17mv4pny1OqNTmWPXua/imfLU6o0BERAREQEREBERAREQEREEnXtlqcxw4Vj95IZdZhZHYRvDWDUJQTrcesbDdh2JFxtVMY2NjWRtAA2AHIKexr655b/DUfpYqNAREQEREBERAU5mz1plX4z/AB6hUanM2etMq/Gf49Qgo0REBERAREQTmWPXua/imfLU6o1OZY9e5r+KZ8tTqjQEREBERAREQEREBERAREQTmNfXPLf4aj9LFRqcxr655b/DUfpYqNAREQEREBERAUtmOpgq8QyvJSzNeBXOaS03sRBUhw+8EEEdiqVM4/k6nxjE6WuirpYC2TXIIjb0jqOjBJ5tfpcW8RtnW27GFgUFNVQVbHPpZmvAcWktNwHA2cNu0EEEdi5lxUtNBR00VNSQhjGgNa1osGgcgB2BcqAiIgL4b22X1dStxTDqB7WV1fFGSLgPe1pI/MoPNcj0Oeo8bzQ6TE6YH0gNc2VjpAToaQ4FjmWHDMY3vy3AI3sOBnbvGg8NL5y6OW8dwePGszvkxaAB1S0tJlb1h6PALjfcXBH5Fb+MY3T4dhkdbG0y8QtbC1m/pDnfQAdyAd/uOw5k2QZ3Azt3jQeGl85OBnbvGg8NL5y4Z85SYfG52NYLLBaaOMm4e0h4cdQc2+rTpOoDlsuXFs2mhrpaKmw10sgliiaA9rdZexzwbnYABqD7wM7d40HhpfOTgZ27xoPDS+ctDAsZ/mnpMM9I6GaJ2mSJxvovu2zh1XAtsdibXsd7haqCa4Gdu8aDw0vnJwM7d40HhpfOVKiCa4Gdu8aDw0vnJwM7d40HhpfOVKiCa4Gdu8aDw0vnJwM7d40HhpfOVKiCa4Gdu8aDw0vnJwM7d40HhpfOVKiDzHMuA/xGrMyYLW0eKU1oyQXRxlrYQbai5r3Oc/UBawPZ2blVPAzt3jQeGl85UqIJrgZ27xoPDS+cnAzt3jQeGl85UqIJrgZ27xoPDS+cnAzt3jQeGl85UqIJrgZ27xoPDS+cnAzt3jQeGl85UqIJrgZ27xoPDS+cp3NmH/xOmkw92D4rTW16ZBEzhhoNus7iOeXNFjcNIO+wPZ6OiD8x69DeIRe29uV1+kRAREQFlY/hxraUvgZAJByfPDxA0du12n/laqIPOsDH86qeHh+KYXLps5zWUDgdN/aZdv8AlVmYcJlrcOpo8O0NfDIyWNrtmEsOzTYXa0ja4BttseS2UQQ1JlbGpat9XiMsQ1VUc5ibNLI1jWh+vSZALFxf9AANAHPsHDPkvE6GtmqMEfCWiphmhjle8CNjI3sLLhriAC7qgXAG21gFfogxMu4bXU1TiOIYqYxLO5pcyIlzIw1oaLOcGkk2udha9uy520RAREQEREBERAREQEREBERAREQEREBERAREQEREBERAREQEREBEXnc+YcaqcRzFHS45HCKUyO0Oo3v6jGtN+KHtbfrfR3PbZB6IimcPzlQVFZS0BZKXucIuJwnCN0nD1kBx2vYHb7CqV1w0lo3/APKD6in8q4rieJVOMxYvTsjdDM1gYx2sNBijf9OzdW7yfoi3Lsuv1T4piD86VWFTwsbC2BsjCHXdIS4gk7DTytbfle+9gG8iIgIiICIiAiIgIiICIiAiIgIiICIiAiIgIiICIiAsjo9Tfy/GaLjP01Tnuebi7NbAw6drbAbXBREEozKNXFnSjlpJ3NpopOKWmcu4jjCWF3C4YDX9bnxCLA9W7irbB8PGF4bBRCqll0C3EmeXvk3Ju5x5nf8ALYDZfEQdKoy5DKcQdFXTxunmZM50b9JaWtjbYED6JEYBBve5+y3cGGQjG3YtrdrMQhttpsHF1+V73PtX1EHdREQEREBERAREQEREBERAREQEREH/2Q=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10" descr="data:image/jpeg;base64,/9j/4AAQSkZJRgABAQAAAQABAAD/2wCEAAkGBwgHBgkIBwgWFRQXGCAYGBcXGCEgIRAgKiEeIiAnJR8jJysiICEqJB8jLTMmMSksMy46JCAzPDg4PC0vLisBCgoKBQUFDgUFDisZExkrKysrKysrKysrKysrKysrKysrKysrKysrKysrKysrKysrKysrKysrKysrKysrKysrK//AABEIANYA7AMBIgACEQEDEQH/xAAbAAEBAQADAQEAAAAAAAAAAAAABgUDBAcBAv/EAEAQAAEDAgQCBgYIBQMFAAAAAAEAAgMEEQUGEiETMRYiQVWU0xQ1UVN0tDI2YXFygbLSBxUkQsQjUqFDgrHB8P/EABQBAQAAAAAAAAAAAAAAAAAAAAD/xAAUEQEAAAAAAAAAAAAAAAAAAAAA/9oADAMBAAIRAxEAPwD3FERAREQRdFg1PjeYcyPr6io/06hrGBlTNG1jeBC6wax4HNxPLtWj0Lwn31X42p8xMsevc1/FM+Wp1RoJzoXhPvqvxtT5idC8J99V+NqfMVGiCc6F4T76r8bU+YnQvCffVfjanzFRognOheE++q/G1PmJ0Lwn31X42p8xUaIJzoXhPvqvxtT5idC8J99V+NqfMVGiCc6F4T76r8bU+YnQvCffVfjanzFRognOheE++q/G1PmJ0Lwn31X42p8xUaII3+UwYLnDA2UNRPpkbNrbJUSyB1mtts97htcqyU5jX1zy3+Go/SxUaAiIgIiICIiAiIgIiICIiAiIgnMsevc1/FM+Wp1Rqcyx69zX8Uz5anVGgIiICIiAiIgIiICIiAiIgnMa+ueW/wANR+lio1OZsjfS1OH45HURg0/EHDkJAqNbQLBwuQ7q7AMdflbtW3h9Ua2iiqXU749QvokFnN+8diDsIiICIiAiIgIiICIiAiIgIiIJzLHr3NfxTPlqdUanMsevc1/FM+Wp1RoCIiAiIgIiICIiAsTMuYm4E+hjFE+Z8zyxjWuY3cNLzdz3NaNmntW2sHMmW6fMNbhLq6Nj4oXvc+N7dQlvG5g2O2xcDf7EHXps50M8GEv9HeHVM7oAw2PDc3WHXcCWkAsIuCb3Ftr2plMx5Yliw7AKFlS3TSTiQEM08RjWyMaCBtrs8XIABIJsL2FMglcWpDglc/HHVDZbuHUqCdUXVsRAQDYkAnQGEvN9wqHDqp1bRQ1LqZ8ZcL6JAA5n3gE2KwMUojgdXU5g47ZWjrObUPAMA02tDI6zYwbbtOziT1gqDD6tlfRRVUcbmhwvpe3S5v3j/wB8jzFxug7CIiAiIgIiICIiAiIgIiICIiCcyx69zX8Uz5anVGpzLHr3NfxTPlqdUaAiIgIiICIiAiIgIiICIiCVmhfS5xoIq53HEpe+JzzY0hYwXAYBoN9Rs6wcASCSqpTmNfXPLf4aj9LFRoCIiAiIgIiICIiAiIgIiyajM+X6aqfS1OO0zJGmzmOmYHNP2gm4QayLhfVU8dRFTvnaHvBLGlwvIBbUQOZAuL25XC6GMY9BhMscc1FUyahe8NPJIB95Y0gH7EHRyx69zX8Uz5anVGoHA8yR0eK4/UT4PXhs07Xs/op92iGJh/s26zCrmlnFTTRTtY5oc0OAe0tc24vYtO4PtB3CDlREQEREBERAREQEREBERBOY19c8t/hqP0sVGvL/AOI+eYcs57y/DJh0kuljnHSdyJCGdUW6zhpJtte4H2qr6Z0fdNf4Gf8AYgpUU10zo+6a/wADP+xOmdH3TX+Bn/YgpUU10zo+6a/wM/7E6Z0fdNf4Gf8AYgpUU10zo+6a/wADP+xOmdH3TX+Bn/YgpUU10zo+6a/wM/7FN5s/i5RZemo4/wCSVJ4l7maN8OkC3IPbd/PsG23tQekovxFI2WJkjORAIX7QQ1ac19OqfgCm0+jzabmTTp4sNtVtuJbl/wB66UmHUjsxVkGHPmklnlcKqnmY7htieGtkc1w0taQ0Xa4OcXatNt7t9GRBDZJZW12KCXFWEOoovRBqAHEfqOuQC1hqYyMjTy1vaSbXWrnSpqocPkYcPhfTlv8AqvlqzT8PcW6wYSN7b6h7FSL49rXtLXtBHsKDynAqylGLU7sFw6ifOL6Gtxt8hd1TfqFhDurfsNufYvUqV0z6aF9TEGPLQXNDtQYbbgOsLgHtsL+xT2VoYm49mktiAtVNtsNv6aBUyAiIgIiICIiAiIgIiICIiCaxyNj855aL2A7T8xy6rFSqcxr655b/AA1H6WKjQEREBERAREQFEZoxrE5cTwmPBaON0fpJic6XYVJEcrnNYS06Wgstr/3ADcByt1OZs9aZV+M/x6hBs4bXRYjSNqImubzBa8WdG4bEEdhB/I8xcEFdpEQEREBERBOZY9e5r+KZ8tTqjU5lj17mv4pny1OqNAREQEREBERAREQEREBERBOY19c8t/hqP0sVGp3NLHUlVQY9xYw2mEmpsjwzWHADZ56oO2wOx9o5raw+rbXUUVU2J7A4X0vbpc37x/8AA9iDsIiICIiAiIgKczZ60yr8Z/j1Co1mYxhbsRq8InbKG8CfikW+mOHIy32fTv8Akg00REBERAREQTmWPXua/imfLU6o1OZY9e5r+KZ8tTqjQEREBERAREQEREBZmNY7Q4J6MK4vvI4tY2ON8jnkAuNmsBOwBPLsWmprNuXn4/iGB3LhFHJI6RzJHMc0GJ7W6XNIdfUR2+2+1wg4qr+IWWqVjHS1j92OkIbDITG1rixxe0NuwBwIOq24Kp4ZY54WTQvBa4Agj+4HcFQNRguOUmC0mB0WCsdGWltTKyfS+pbqeSA5wLgZCdTjcka3gG9nq9p7+jxaogw2F2j+zblt7EE5iFDVYbiD8Yn/AKpjTrDXkNfSANcCWXLYjztuGusXdY7A7+H1tPiVFDWUb9THi7TYi4+47qexSiqosQdW4xEaunDtTWMB/pbNO/BAPG3ub3LgSNLdrqioqunrqZlTSSh7HciPsNj9xBBBHYQQg50REBERAREQYmcaiqocDkxCjkcDC5srg3/qMa4cRvssWahfs59imqHNOMVeLVQwaGOoZKZZYw+XSGxROZCQwhpu579TusWjfnbdXlRBFUwSU9RGHMcC1zTuHAixB+whTeYcLy+12A0NdgUMrXSejxBzG2pxw3v2BHK0drfd7EHXZndtRDLPRUwcz0mmgYS62tszYXauRtbi8t72XPkGuxmvy3HUYpwy8ySAODydQD3Dfqi1iCBz2DTzJA0pssYFPibcUmwiF04LXCQsGoFttJvzuLC33BdihwXDMPZIyioI2Bzi9wa0DU42uT9psN0HfREQEREE5lj17mv4pny1OqNTmWPXua/imfLU6o0BERAREQEREBERAREQEREEnXtlqcxw4Vj95IZdZhZHYRvDWDUJQTrcesbDdh2JFxtVMY2NjWRtAA2AHIKexr655b/DUfpYqNAREQEREBERAU5mz1plX4z/AB6hUanM2etMq/Gf49Qgo0REBERAREQTmWPXua/imfLU6o1OZY9e5r+KZ8tTqjQEREBERAREQEREBERAREQTmNfXPLf4aj9LFRqcxr655b/DUfpYqNAREQEREBERAUtmOpgq8QyvJSzNeBXOaS03sRBUhw+8EEEdiqVM4/k6nxjE6WuirpYC2TXIIjb0jqOjBJ5tfpcW8RtnW27GFgUFNVQVbHPpZmvAcWktNwHA2cNu0EEEdi5lxUtNBR00VNSQhjGgNa1osGgcgB2BcqAiIgL4b22X1dStxTDqB7WV1fFGSLgPe1pI/MoPNcj0Oeo8bzQ6TE6YH0gNc2VjpAToaQ4FjmWHDMY3vy3AI3sOBnbvGg8NL5y6OW8dwePGszvkxaAB1S0tJlb1h6PALjfcXBH5Fb+MY3T4dhkdbG0y8QtbC1m/pDnfQAdyAd/uOw5k2QZ3Azt3jQeGl85OBnbvGg8NL5y4Z85SYfG52NYLLBaaOMm4e0h4cdQc2+rTpOoDlsuXFs2mhrpaKmw10sgliiaA9rdZexzwbnYABqD7wM7d40HhpfOTgZ27xoPDS+ctDAsZ/mnpMM9I6GaJ2mSJxvovu2zh1XAtsdibXsd7haqCa4Gdu8aDw0vnJwM7d40HhpfOVKiCa4Gdu8aDw0vnJwM7d40HhpfOVKiCa4Gdu8aDw0vnJwM7d40HhpfOVKiCa4Gdu8aDw0vnJwM7d40HhpfOVKiDzHMuA/xGrMyYLW0eKU1oyQXRxlrYQbai5r3Oc/UBawPZ2blVPAzt3jQeGl85UqIJrgZ27xoPDS+cnAzt3jQeGl85UqIJrgZ27xoPDS+cnAzt3jQeGl85UqIJrgZ27xoPDS+cnAzt3jQeGl85UqIJrgZ27xoPDS+cp3NmH/xOmkw92D4rTW16ZBEzhhoNus7iOeXNFjcNIO+wPZ6OiD8x69DeIRe29uV1+kRAREQFlY/hxraUvgZAJByfPDxA0du12n/laqIPOsDH86qeHh+KYXLps5zWUDgdN/aZdv8AlVmYcJlrcOpo8O0NfDIyWNrtmEsOzTYXa0ja4BttseS2UQQ1JlbGpat9XiMsQ1VUc5ibNLI1jWh+vSZALFxf9AANAHPsHDPkvE6GtmqMEfCWiphmhjle8CNjI3sLLhriAC7qgXAG21gFfogxMu4bXU1TiOIYqYxLO5pcyIlzIw1oaLOcGkk2udha9uy520RAREQEREBERAREQEREBERAREQEREBERAREQEREBERAREQEREBEXnc+YcaqcRzFHS45HCKUyO0Oo3v6jGtN+KHtbfrfR3PbZB6IimcPzlQVFZS0BZKXucIuJwnCN0nD1kBx2vYHb7CqV1w0lo3/APKD6in8q4rieJVOMxYvTsjdDM1gYx2sNBijf9OzdW7yfoi3Lsuv1T4piD86VWFTwsbC2BsjCHXdIS4gk7DTytbfle+9gG8iIgIiICIiAiIgIiICIiAiIgIiICIiAiIgIiICIiAsjo9Tfy/GaLjP01Tnuebi7NbAw6drbAbXBREEozKNXFnSjlpJ3NpopOKWmcu4jjCWF3C4YDX9bnxCLA9W7irbB8PGF4bBRCqll0C3EmeXvk3Ju5x5nf8ALYDZfEQdKoy5DKcQdFXTxunmZM50b9JaWtjbYED6JEYBBve5+y3cGGQjG3YtrdrMQhttpsHF1+V73PtX1EHdREQEREBERAREQEREBERAREQEREH/2Q==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3" descr="data:image/jpeg;base64,/9j/4AAQSkZJRgABAQAAAQABAAD/2wCEAAkGBxQQEBQUEBASEhQUFBQUEBAQFRQVFBQQFRQXFhQUFBUYHCggGBwlHBUUITEhJSkrLi4uFyAzODMsNygtLiwBCgoKDg0OGhAQGyskHiQsLiw0MCwsLC4sLCwsLC8sLCwsLCwtLCwsLCwsLCwsLCwsLCwsLCwsLCwsLCwsLCwsLP/AABEIANsA5wMBIgACEQEDEQH/xAAcAAABBAMBAAAAAAAAAAAAAAAAAwQFBgECBwj/xABREAABAwICBAcGFAQEBgMAAAABAAIDBBESIQUxQVEGByJhcYGREzJCcrGyFBcjJDM0NVJTVHOSk6GzwdHS4fBDYqLCFRZ0o2NlgoOU8UVVw//EABoBAAIDAQEAAAAAAAAAAAAAAAACAQMEBQb/xAA0EQACAQICBwYFBAMBAAAAAAAAAQIDEQRREhMUITFBUgUiMmFxoRVCkcHRM2KB4SQ0giP/2gAMAwEAAhEDEQA/AO4IRZFkACEWRZAAhFkWQAXTCh01TzvcyGoikewXcxj2lwbe2KwOq+V9Sc1lP3SN7CSA9rmkjWA4EXHaueaM4D1zK2KolqYT3AFjCzujXPZhsMYFrDIXbcjsQB0lCjP8RfH7PC5o+EhvIzpIAxNHSE8papkovG9rxvaQe3cgBdCAiyABCLIsgAQhFkACEWRZAAhFkWQAIRZFkACEWRZAAhFkWQAIQiyABCLIQAIuhCABZWEIAyhYQgDKwhCACyZ1OjI5DiLcL/hGEtf84a+tPEIAjBDURd5I2ZvvZeS/qe3I9YWW6Ya02ma6A/8AEHIPRIOT9aklq5gIscxtB1FBBljwQCCCDqIzCyoDSXB3E4PppBA4eBh5BO/kkOadmRtlqTL/ABOspfbEJkYP4jLyN+cwY2jxmdaLBctiFC0PCeCUXx4Od1iz57SWjoJB5lMtdfVnuKCTKLoQgARdCEAF0XQhABdF0IQAXRdCEAF0XQhABdCEIAEIQgARZCEACFlYQAIshCABFkIQAIshZQBiyLIQgCNr9AwTHE6PC/4WMlj+tzdfQbhQztAVNPnSz4hrwOtG76gY3HpaOlWtCLkWKpHwmkhIbVwObna9gwk813GN3U+/MpWLhHTlwDnmO9sJma6Nrr7A5wtfZa6k5Iw4EOAIOsHMHpBVTrOBpaSaOodHe5MEw7pCb7BtaO3oU7iN5bg4bM+dZXNz6Kou/hlgA1y0Z7tTneXREckc+FqmNGcMHOHKYydvv6U2ePGhedn8rj0IsGlmXBZUfo7TME+UcoLhrjddkg6WOs4dif3UDAsrCEACysIQALKwhAAsrCEACEIQAIQVU9OcYdDSPMbpTNKMjDTNMjgdziOS08xKlJvgQ2lxLYhc59NdhOWja089ox/clG8aAP8A8bWdkf5k+pqZFTxNJfMvqdCQqCOMr/ltZ2M/MtvTI/5bWdjPzKdRUyF2uj1IviFRPTHH/wBfV/0fij0yB8Qqv6PxU7PV6SNsodSL2hUP0yW/Ean+j8UemUz4nUdrPxU7NV6SNtodSL4hUP0zI/ilR2s/FY9M6L4rP2x/ijZqvSTtlDqL6hUA8aMPxWftj/MtTxqQfFpu2P8AMjZqvSG2Ueo6Chc8PGvB8Wm7Y/zLT02qf4tN2x/mRs1XpJ2uj1HRlDaU4L01QcTosD/hYT3N9+ct77ruqieN2n+LTdsf5lqeOCn+Kz9sf5lGoqZE7TSfMf6Q4KVDfY3x1bBm2OoGCVviSjIn5qhqvT1TAySJk00ErRYQ1LBOQciO5y3vex1kuAB1Jc8cdN8Vn7Y/zKuS8YVM573PgmJe8v8A4e0mw77YEaqpzQa2nyZC8IKSujka99fNLiGIvimmaWE7LY7G3V1Kc4EcY9RTVDKbSUhmikcGR1L/AGSNxNm43Dv2E2BJzF73ITet4fUb229DTD6P8ypHCTScVSPU2Pbla7sPRsKXVSyH1sMz1Yhcl0Lx00zYoo6iCpDmxsbJK0RuDntaA5wGK9iQSr/wd4V0mkG3pJ2yEZujN2yN8aN1iOnUlcWuIyknwJtCEJRgQhCAMrCFD8MNKGkoKmdvfRwvdHfV3S1mX5sRCAZzbjN4bullfR0spihj5NZUNJDnP+BjcNQHhEZ3y2G9W0TBG1g7kG4dhbt6SoukorxtBPKuHucQDeQnESb6808fJ6DpyWjG8usxurFK82AsOddelTVFXfCx5/FVdfLRi3e9kuRZKZnMpOni5k20FxVmpjElbNJJI7WO6OZGw7WxtaNQ1XOu2pSQ4mqbe76aZUvH5Ib4Ldb5+wrHT8xWzoTuSPpN029300yPScpt7vpplG3eQvwJdft/ZiSM7k2kZzJ36TtNvd9NMtvSgp+f6aZG3eRPwP8Af7ERIxNZGqxDiip/3LKthxSwfuSVTt/kMuxrfP7FSlamsjVeRxTwfuSRZHFVDzfSSKdv/aMuyH1HO5AmsgXUBxWQ83z5FW+FnAo0bccZJbtaTiFtRLSRfK4uCmjj03ZoJdlyirxlcpTwmzdXW7zinbwmrNXW7zit0uJkjuTE3JJ6XckXKqRZEQcknJZwScjNXPmqZGiI3ckXhOpm26wD2pGdljbo+sXVMkXxGzgt6Sokhe2WJ7o3sN2PYcLgRtBCxIEu2tAjw4c8t1jYkjWLjXs1qlovTPRHFXw6/wAUgLJrCphA7rbISMOQlaNmeRA1HmIV7C8ocXGmDR6TppAbB0jYpBvjlIY4fW09LQvV4WaaszVF3QIQhKMCp3G97jVXRF9tGrkqdxu+41V0RfbRpo+JCz8LOP0yVq48T6bmq6d3Y9IUxT6MXkh5p4j/AFLt4n9J+h5rDf7EfU7jQsaaaLGDbkEWJHKxZajvSrp2OLXEOu25bmRrAvcA2OR2pGi9rRf9vzwkm6h0fcxcI9OPDOzEX2diw4dZthFzqvbYc0MnYwvIDruN3azmA4ZAnLKM6kyOo9B8j1mTwuvyToAr/DPhQ7R7qaOCNj21MsrZe6mQkcrMtIdlmXfUrU50ZZ3Mh2EWba7r2By5V7+DvVA4wIcdZo1u+WoPYXH7leD9/wB7kqb0mXzjFUotcd45lmY4tuHclwLbEjlZDOxz77UUd2YXNdZ1wLN12s/BsvY9836003eMPLGkw/vQBc+p+SBMUDptU3GS1ri5wYCSTa2RaLXsPZFiGqDQS1h5RLzd18yBquctmQTelbbDvvHfsgWhlAaPF/tagBwZGtjMeB2CxaRjdexDr8q99hzuojh3f0IRhtk4DO/gFP3zA32a/NkTXh+bUhPM/wAwoA4ZUDM9JTVrbAdLvOKf1LASSDtNwmkjbNZzhx/rcu/HgvQ83Lc36jd6Tw3SjklMQNoHMVEhomhORB6vvW1NRyz8mGKSQgnvGl27K4yVi4PaEiMJrK4u7gHYYYm5PqZPej+Xef2bfSw19Sz1C1BBbkRU4wOw7LvFnE9fUFz6uIs7ROlRwravI5rVcHaxgxSUkwAHvCch0KILhjJfrBJLSPC2AjYupmk0hE49y0hO8tJBEkkj2k7RZxIPWFHymDSp9D10bKes1Q1cYDQ9+oNlaLDM2FxlzDWqViHzL9nXI5qRixOLrDa47zsG8pm9yktJ6Nkp5nQT8h0RIIN7b7jfdMp2t1Nud7jt6BsCZ71cVKzsZ0W71ePx2ecF7MXjTRrfVo/HZ5wXstUzL4AhZQqywwqfxt+49V0RfbMVwVQ42fceq6IvtmJoeJCT8LOLwOUpQG8kXykfnBQsLlLaLf6rH8ozzwu3if0n6HncMv8AIj6naX075KSERzGIgsJcAHXF7AZ85B6lGt0dPYevHfMbub+nYpyi9rRf9vzwkm6h0fcxcI9KRB0dPY+vHbfAbud+B7UP0dPn68dtvyG7pfyu+cpY6j0HyPWZPC/6vJOgCg8K4ZIq7RxknMl5KkNJaBhOFzb5a87nrVpOjaj467X7xu93761VuNJ9qjRxGvu832ll0A/3fe5In3maKi/8YP1+xD/4bUZevHax4Ddd2fiOxaR6PnxC1Y7UzPA3b3Kw6rt+aprd4w86NIwnljxY/LAnM5Gx6Nn5Prx2tluQ3K4it2Xb81NRRzW9tO1e8G4fvqVhh8Hpj8kCaSQAtBa4Dk5jqagCJko5s71TvmN3O/A9qc8OwW6O5bsThG7E85Yj3I3Nk8dT68ThtyHivTTjPdbR0h3RyfZOQBxITtAcSRq69R2JtpKqwshsL4oy4HmMsn4KNgzxnf8Aqn2mGcil/wBP/wDtKusqkmjiypRUvqMDVOOu1t2Y+sLFPT91lYxtwXvazXfvnAZdqGG2wHpF080TLgqYXkABssZNhsDxdJO+i2WwspJHRqqJsmk46cD1GiYyONmzFYF7rb8VwfEG5dRppWiMAALkOk5/Q+mKgnVI7ujTva/1QEdTwrvR6XBaM1zDqij4jC59mh7XFxabgWub2K5lwxp7OLx3wN7jeug6R0kLHNc64U1gIKAE+Hw9E0dFWn2R4dTzu2udHfC5x3loB6XFUhzmgZM63En6hZXrhEO56Eoo3d9JPLIAdYY0YL9rD2qld0sLYW9YC1UfCZKztIRoG+rR+OzzgvY68e0Q9Vj8dnnBewlVVVrFtF8QQhCqLgVR42Pceq6IvtmK3Ko8bHuRU9EX2zE0PEhKnhfocLjcn9BOGyRkmwEjCTuAcCVFsclwbixXdnHTpuJ56D1dRSfJnozRbi6njwFpIsHYrkWB5WrbbUnzmHE2wbhzx3GdrZYeu2tcB0Xwsq6ZuBjmyACzS5zmuAGoEg59aff59r/eM+lf+K4zw9VfKzuLFUWr6SO4GM4tTcGHdysV+y1kRxm7sQba/IsM7Wzxc9ye1cP/AM96Q+Dj+mk/FH+etI/BxfTSI1FTpYbVR6kdb0rweiq+5mpja98LnuhLS9oaSciQDnqbfrUk5ju5i2DHYXJBwYtvPbWuInhzpL4KL6eRI1HGFpCNuJ7IGjeZ5OwbyldCa3uI6xVOVo6Xud3kYeThDe+5WIeD/LbbeybTxubKHNa0twkOAHKvcYbc2X1Bef8A03a34Jn0kn4rI41q454G9HdHpdFj6azO9SOkJNo7NsLWBxXGu51Wyb2JCOF+eJm04bNPe5WvfauHR8aNftY3oMj/ALkDjQr/AHjfpXqdCWRGsjmduEMuDvBjsfBOHFs57Kr8aFTg0bMJOTeKTXlm5uBtr73OAXPDxm158Bo6JHnyqD07pypr7CpeMDSHdyZeznWyLyTd1tylUpt8CHVgle5G07bMGdyQPJ+qlNMt9Tpf9MPtpkybGP3b8VK6cbyKX/TZdHdpf1XRjG1kcmcru5CYVnAlgxZDFbolemXJjP8AFqVhjPr6lYGlm2eAd6Wb3DPLbe2wKIptPPi5MgLSDYg5ZjWFDwSOjc18bnMe03a9psQeZWccL2zACvooqo2t3dpMUxA1YiLYusrBVw0k7x4HSo4uLVpbmMqvhHcd8jQGhJK6QySnuVNEcU0z8mtAztn4VtQ69SeN09o+POLRTi7Z3aYll+cNdmorT3CSesAY8tjhb3lNCMEbeoa1XHDzb4FksTTS43EuGWmRWVF4hhghaIqVm6Jthi67fUq8Wp05qTc1bFTUVYwyq6TuJ0bfVY/lGecF6+XkWmHqjPHZ5wXrpZMQrNG3DO6ZlCwhZzSCqPGx7j1PRF9sxW9VDjY9x6noi+2Ymh4l6iVPC/Q4CxyWY9NmTfys+a1OGT/yR/Mb+C7cZM4MooXa9LMl50i2ot/Dj+jb+CWbVf8ADi+jZ+CtUmUSghZsvOtxLzprUaWbE3E9kAGz1JlydwFlB1fCuYO5MEEbT3ofTsJI33I8ipq4hU+JZSwcqvDgP9J8Igy7Yhjdtd4A6/C6lW6iofK7FI4uPPqHMBsUr/mioFsUNML6g6ljF+i4S/8AmeoBsYaYHcaWIH62rFOo6j3v2OjSo6pWjFXzv/RBsYU6hb++xTA4TTg2MNMDuNLFfswpccJZwbGGlB3Gliv5qFFA5yyX1IZjen6kq1vMeuymm8JZr27jS33ehYb+alW8JJr27jSX3ehYfyq1RKnNkIGpQN/TrU43hJN8DSX3ehYfyrccJJfgaT/xYfyqxReRW5+ZBBql9NDkUn+mH28ycDhFJ8DSf+LD+VaaZdjbTOIAvASQ0AAEzzGwA1DmTpO63FUpKz3kORYXOQ23WlI10rnCMNs1zW3cSM3ajkNWScOiBFik9Hl0Dn2jLwZGPFnNGTL5Z9KXEaxLuFuG1bb0xeDR0rxf1MXAOs7WB+7cVIRcGZXeFHu1u2G25IUuknNaAYXZADv2bIwz7rqXg4SBpzhfrJ75u111QnXyL5LD5+41fwRmA7+Ltduvu50yqODkzb5x5AnW7YAfe86n38LW29gfs8JvvQPuUfVcIw69oH5gjvm7QB9yJOvkRFUMyBl0VKDb1Pvg3W7WZDHu3hRkEge0EZXF7Kdm0sS6/cXd+Hd+3UJjLbsNlCUlMWMAOu1j1Ip6xvvcBquqUe7xNoR6pH8ozzgvWy8mMHLZ8pH54XrNZ8Uu8jThH3WCELKymswqjxs+49T0RfbMVusqhxte49V0RfbRpoeJCT8LPOzHJZjkza5LMcurGRyJRI/R1Y81BBcSDiBBOVhe2XUkabSr2PcXFzr35JOV75dCaMnMchcNd3W67hIOddc7WySVnvudTVRbd1yF5Kx575xdysXKzzHTqWRWPOtxOeIYjezhtF02WzFXpMtshzHVvzJcSQcQJN7O3i/V2LeGsfhPKJLc2km5BOux6k1i1O6FvB3r+gfemTYjSHMNW/ubjiN26iTcjFrsVtFVv7i44jcGwN8wDrF+1N4PYn9SzF7A/wAZv3JlJ+zFcVlzQ5ZVv7gTiN8WHFfPCc7XWzqt/oYHEb4sN754ddrpu32s7xx5Atne1R8qfIm0nnyF0VlzHE9U/wBDMOI3LiCb5kC9hdTOiXl8LC43JBzPMbKAqPakfju/uVg0C31uzr84rVhW3Ut5IyYtJUr/ALvyPmtUjXi8dP8AIkf70qasYn87bsh5oyP96RdBrejjuW4YNjWXNAGZAG85BKzHCNm3M6gBmXHmH4DaldFcHqusYZoWYIhcCaS2J3QSMhzAKivilSduLNeFwcqy0m7IaNsdRB6CCgxpnpJ8lM8NmIeL98c7HpABb0hP6d+K2dwe9J1g7WnfvB2i+7NKGMVR6LVh8RgZUo6UXdCDmJNzU9lbYX8msnYAtdFaIqK2RzKWMPLPZJXDkMO5t8v+rX5BbXxEaS38SvC4eVbeuBHFzTqc3qIWjmp9puhno/ZXCQeEOS4dhFj9SaMe17MbNXhN1gZ2xN3C+RGxZYYtSdmrGypgnBXi7jct5TPlI/PC9YLyi8cpnykfnherlnxniRowXgYIQhZDaCp/G57jVXRF9tGrgqdxu+41V0Rfbxpo+JCz8LPNjXJOqrMAy746ubnST5sIv2KNkeSblaJ1bKyM1Ojd3ZhxutUIWU1gt2bVot2bVKBm8Op3QtoO8f0D71rDqd0Len7x/QPvTIR/g3g9ik6lmL2B/jN+5Yp/YpOpZh9rv8Zv3Jl9mK/ujdntZ3yg8gWzvag+VPkWGe1XfKDyBbO9pj5U+RN+Bef8m1QPWcXju/uVj4Ot9bs6/OKrtT7Si+Ud/crRwZb62j6D5xWrCfq/wvsYcd+j/wBfkk2MTpguxnMHD/desRsW9ELt6HPH9bl0XxOI33WRemW5HxWjqLziH9LVYW8NQKRkTHANa0AAJlpCkxNvYmwIcBrwmxuBvBAPRfeqVpHREjXEx8ppzAB8mwhcfFwaqNvmeh7OqRlRSXIcaXqDUuyzT7QbHNiwuGbXMA+fh80kJloKCRp7w32YrZdSsmj6brDSS52x0mqw32uSee24quhFymrF+KqRhSk5ZGla0jDbe7tEbiPrAT3grwqFJSmJpsSSX7yTvWKqC4y1jNt9VxsPMdXWqlpbRLiS+K+5zTkb7juI+sW69GOi9PS5GPsupF03Hnceaf0sagkXvdNtAUrmuc1/euH1FpDvqsmWi6SRr7uYeshWCW7Qb9+8WsPAYciebK4HTdZIQcpJI6U5KMW2Rjv4ZPv4r9OJq9XLyrUjNnykXnheqlpxqtNLyMeBd4N+YIQhYzcZVO43m30NVdER6hNGSrgovhRov0ZRVFPexmhexpOx5acDup1j1KU7Mhq6PG08lyklMU+jfV3xzAsc1xDmnWHB1ni2VyOVlzJhpCEMeQ1M4u1xVJXsNkJ7NHCGBzZHOcdURZYs34n6iN1te22pFRHC1oLJHPcf4eHDgG3G7UTuw9OWpIOMluxO6mOFoBZI6S5BLcGAsZtDibgu1asvIsyxQtw4JHyXILrMwYWbQbk3f0Zc5vlKBjaHU7oW1P3j+gfenrqeJpAbI+QHvy1mDC3cA45u+rVmb5KikibyRK54d372sw2GyzXG5I26hu3p4psrlJIY0/sUnUtofa7/ABm/cpJmj42gsErnh3fSNZYD3uFrjc223tzbyszRkYaY+6ucHZmVrLAO2WacyN+o9mdkacsuRVKrFc+aIpntV3yg8gW7vaY+VPkUu3RDMHcu7GxN+64OTi8TXht17bbEsNCMMXce7HXiEuDk4/F14bde22xWqjN8uRW69NPjzIWp9pRfKO/uVs4LN9ax9DvOKaO0A18LYRNbCcQlLDhLje92jMDPLWctWeU3oujEMbY2uLg0WxEWJJzJtsF1ow9Kcal2uSMGMr05UbJ79J/cfxMWuiBcP5pZB/UU4hatdBt5Mny0vnLY+Jyb9yX8D5kaRl0a11zm0nWWbTvLSC0nnspCONKiNRKMZbmimFadN3i7EOzRLRrc943OLQOvAG36ClzFYWAsBqA3KRMaRexRGEY+FWGniKlR993I2RiZTwAm+YPvgbG247xzFSsrEzmamaUlZjU6kou8XYiXxEfxH9jB9bWgjtTSRgGr/wBneTtKk5goStLw/knIYcLcNw4Hvru2JdGFJXS+htjUqVnaUvqJ1AuYwNZliAG8mQWXqhec+B2izWaTpogLtjeKiY7BHEQWg9LsI616MC5eNknUO1gItUt/MELKFkNphCFpK0kZG3OgDknG/wAWbqpzquhZeUj1xANclh7JH/NbW3bbLPXwKopnMcWuaQQbOBBBB3EHMHpXs2WjkOqZw6lWeEHACKuN5yx7vhMOGS27G2zvrTXXMi1uB5SQvREvEpD4MxHTcpu/iWt3s7eu6O7mReWR5/WWrvLuJqTwZouu/wCCRfxO1OyWHrH6KbRzIbll7nFYyncZXWXcUNbslp+z9Em7il0hskpuxWxlBcymUJvl7nNIk6jKvx4qdJ+/pez9Vj0rdKe+pf31q+NemsyiWHqPL6lMjKdRlWn0sNK++pf31o9LLS2+m7f1V0cZTWZRLA1XkQcCkYE79LPS3vqbt/VbDiz0t7+n7f1T7dT8yiXZdV80bwBY0A3KX5eXzlgcWWlvhaftP4rZnFhpUapoB0E69+tI8bTvzF+FVdFq63k5HGlxFzKBbxYaU21MXUXfilm8V2kTrqo/nORttMp+C1epEu6LmTeWPmTVvFVW+FVt6nPS7OKao8Kr7HPUbbAldi1OoazMTGcKdZxQv8Krd1Oel2cT7PCqpT0Pcjbo5F0ex5L5ilTqOhY+plENJGZ5T4LMw0e+e7U0c5XUIOJ6lBBkfLJ/K+SS3Y0hW/Q3B5lIzBThkTdrYmNbc73EZk85STx7atFGqj2You8ncjeL3gc3RkLsbhJUS2dUTDVcao2bcDbnpuTzC2JJkZGt5PUEoFz223dnUSSVkZQhCgkyhCEACwhZQALCAgoAysIQgDNkLBQgAWVhCABCEIALIQhAAhCEACEIQAWQhCABCEIAELKwgAQhCABCEIA//9k=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C7DEB7E-CE7F-41E5-BD0E-7C00D69BD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570" y="849158"/>
            <a:ext cx="1713830" cy="12051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D7FDF79-748D-432C-A58A-EE814B548C0F}"/>
              </a:ext>
            </a:extLst>
          </p:cNvPr>
          <p:cNvSpPr txBox="1"/>
          <p:nvPr/>
        </p:nvSpPr>
        <p:spPr>
          <a:xfrm>
            <a:off x="7467625" y="2031737"/>
            <a:ext cx="12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divider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072E239D-089F-4A01-80EC-3BA2B16DAA0E}"/>
              </a:ext>
            </a:extLst>
          </p:cNvPr>
          <p:cNvSpPr txBox="1"/>
          <p:nvPr/>
        </p:nvSpPr>
        <p:spPr>
          <a:xfrm>
            <a:off x="7467625" y="4052500"/>
            <a:ext cx="12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multimeter</a:t>
            </a:r>
          </a:p>
        </p:txBody>
      </p:sp>
      <p:pic>
        <p:nvPicPr>
          <p:cNvPr id="12" name="Picture 11" descr="A picture containing meter&#10;&#10;Description automatically generated">
            <a:extLst>
              <a:ext uri="{FF2B5EF4-FFF2-40B4-BE49-F238E27FC236}">
                <a16:creationId xmlns:a16="http://schemas.microsoft.com/office/drawing/2014/main" xmlns="" id="{BC41AD2C-1C5A-40E9-A2AE-899A3DD611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351" y="2608669"/>
            <a:ext cx="800268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91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signals and systems (Biomedical Systems)</a:t>
            </a:r>
          </a:p>
          <a:p>
            <a:pPr lvl="1"/>
            <a:r>
              <a:rPr lang="en-US" dirty="0"/>
              <a:t>Central nervous system (CNS)</a:t>
            </a:r>
          </a:p>
          <a:p>
            <a:pPr lvl="2"/>
            <a:r>
              <a:rPr lang="en-US" dirty="0"/>
              <a:t>Input signal: a nerve at the finger tip senses the high</a:t>
            </a:r>
          </a:p>
          <a:p>
            <a:pPr marL="914400" lvl="2" indent="0">
              <a:buNone/>
            </a:pPr>
            <a:r>
              <a:rPr lang="en-US" dirty="0"/>
              <a:t>temperature, and sends a </a:t>
            </a:r>
            <a:r>
              <a:rPr lang="en-US" dirty="0">
                <a:solidFill>
                  <a:srgbClr val="FF0000"/>
                </a:solidFill>
              </a:rPr>
              <a:t>neural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signal</a:t>
            </a:r>
            <a:r>
              <a:rPr lang="en-US" dirty="0"/>
              <a:t> to the CNS</a:t>
            </a:r>
          </a:p>
          <a:p>
            <a:pPr lvl="2"/>
            <a:r>
              <a:rPr lang="en-US" dirty="0"/>
              <a:t>Output signal: the CNS generates several output signals</a:t>
            </a:r>
          </a:p>
          <a:p>
            <a:pPr marL="914400" lvl="2" indent="0">
              <a:buNone/>
            </a:pPr>
            <a:r>
              <a:rPr lang="en-US" dirty="0"/>
              <a:t>to various muscles in the hand</a:t>
            </a:r>
          </a:p>
          <a:p>
            <a:pPr lvl="2"/>
            <a:r>
              <a:rPr lang="en-US" dirty="0"/>
              <a:t>The system processes input neural signals, and generate</a:t>
            </a:r>
          </a:p>
          <a:p>
            <a:pPr marL="914400" lvl="2" indent="0">
              <a:buNone/>
            </a:pPr>
            <a:r>
              <a:rPr lang="en-US" dirty="0"/>
              <a:t>output </a:t>
            </a:r>
            <a:r>
              <a:rPr lang="en-US" dirty="0">
                <a:solidFill>
                  <a:srgbClr val="FF0000"/>
                </a:solidFill>
              </a:rPr>
              <a:t>neural signals</a:t>
            </a:r>
            <a:r>
              <a:rPr lang="en-US" dirty="0"/>
              <a:t> based on the input</a:t>
            </a:r>
          </a:p>
          <a:p>
            <a:pPr lvl="1"/>
            <a:r>
              <a:rPr lang="en-US" dirty="0"/>
              <a:t>Retina</a:t>
            </a:r>
          </a:p>
          <a:p>
            <a:pPr lvl="2"/>
            <a:r>
              <a:rPr lang="en-US" dirty="0"/>
              <a:t>Input signal: light</a:t>
            </a:r>
          </a:p>
          <a:p>
            <a:pPr lvl="2"/>
            <a:r>
              <a:rPr lang="en-US" dirty="0"/>
              <a:t>Output signal: neural signals</a:t>
            </a:r>
          </a:p>
          <a:p>
            <a:pPr lvl="2"/>
            <a:r>
              <a:rPr lang="en-US" dirty="0"/>
              <a:t>Photosensitive cells called rods and cones in the </a:t>
            </a:r>
            <a:r>
              <a:rPr lang="en-US" b="1" dirty="0"/>
              <a:t>retina</a:t>
            </a:r>
            <a:r>
              <a:rPr lang="en-US" dirty="0"/>
              <a:t> convert incident light energy into signals that are carried to the brain by the optic nerve.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AutoShape 4" descr="data:image/jpeg;base64,/9j/4AAQSkZJRgABAQAAAQABAAD/2wCEAAkGBxQQEhUUEhQUFhUXFRcUFBgYFBUWFRQXFBUXGBkZFxcYHCggGR0lGxYYITEhJSkrLi4uGCIzODMsNygtLiwBCgoKDg0OGxAQGy8kICUtLDctNSwsLCwxMSwvLCwsLCwsNS4sMi4sLCwsLCw0LCwsLCwsLDQ0LSwsMSwsLCwvLP/AABEIALQBGQMBIgACEQEDEQH/xAAcAAEAAgMBAQEAAAAAAAAAAAAABQYCAwQBBwj/xABEEAACAQIEAgcECAMHAwUBAAABAgADEQQSITEFQQYTIlFhcYEyUpGhFCNCYpKxwdEzcoIVFlOywtLwQ6LhJDRUo/EH/8QAGgEBAAMBAQEAAAAAAAAAAAAAAAECAwQFBv/EADMRAAIBAgQDBAoBBQAAAAAAAAABAgMRBBIhMUFR8BMycYEUIiNhkaGxwdHhMwVCUlPx/9oADAMBAAIRAxEAPwD7jERAEREAREQBEQYAiVj+9By02yoes7RCsSaYyk5X++CACNOc3U+l1JgWVKpUEAsAlruzKgHauczKANN3W9uQFhkV0nx74fDtUp2zZ6SAlS9hUrJTJyKQWIDEgDczir9K0pvUR0a6OyjKUIIVc2t2GU2vYG2Y6C80jj1HFMKT0nKtUp9XqLl0YVO0A10K5M+U62Rri+hA5aPTZaafXAu2asQUXITSo1MmbqnbMHvcdWLsch0FwJsPS8qr1KlJkWm+MUqMrtUXCX1VswyE5diDvuN5M1ej9Bmz2dWzs5anWq0yS9swJRhdSVBynS+trzGp0awzZ81MkVDUZh1lTLeuuWplGay5tzltqSdzeAcOK6XpSSoz0nVqT5XQtSDkdSK107dnOQ3sNbg915hU47V6jF1EK3p11p0SVJAV0oEFgCC38UncSRx3RvD1izOjXY3YrUqoWvTFIg5GF1KAArsbA2vNlTgtDqqlIrZKpDOA7qSQqKCGDZlICLqCNoBEYjpM2ErPQxJSo2Wi1JktSzdcawyuHchcvUM2a+oO1xr7hOl/WNUPUlaaUKFZWepTQk12qLkYE2Ugpvc31tyvIf2BhshWzXLBzUNeqa+ZQQp68v1mgJA7WzEbEz2t0cw9Q3YVCciU83X1sxFJs1Niwe5dSTZyc3aOupgHNhek4xA+ppVCeq6yoTkAo3LqA127RzU20W+g8Rfj4X0vLUaXWUKvXNTwrZR1Qz/SgQrDt2UZke4JuB3yVpdGsOpVlV1Kgr2a1Zc6szNaqA/1ozOxGe9sxtvNycBoKUIp6otJE7TaLhyxpDfWxdvO+t4BEDpvSCZ6lKrTBW6ZjT7bCstBl0chSKjKLmwsb3nr9NaYUv1NUqqPUqkGmRTSnU6tjfP2/eGW9x46SSqdHMOyhTT0AdRZ3BXrKgqsVYG6t1ihgwNwQLETJuAUGRkZXcNTNFi9Wq7NTZixUuzFjqTre8AcD4m2I67NS6vq69SivaVs4ptbNpt5HvkpOXB8PSi1RkBBqP1jjOxXMRYlVJst7XOUC513nVAEREAREQBERAEREAREQBERAEREAREQBERAEREAxFMdw79uc04mmgCllFg6kaaBr2U+hP6zomuvTDqVOxBHxgGRQdw5X07tpgcOuYNlGYXsbajNv8bSPxHGko0wahu9rZB7RZTY+QuDqZVOLccqVb52yJ7imwPmd2/LwmsKMpa7IpKaTstWWrHdIKNLQHO3cmtvNth5XvILGdKap9nJTHf7TfE6fKVOrxIXCqUS/N2Cj56CaKmMwy61Kr1m7qYsv42/SRKtRp6RWZ/I6YYOrPWby/N/omMVx5m9qtUbyYqPgLCcX0wvtTZvS/5AzhXpDb+Dh6SeL3qN8dJ0JxnEt/1LeCqoH5TJ4uu+6kuvM6VgaS3Tfi/wdINT/wCO34G/2z36YU3SonjYr89IpY6tzqN8p20uIVRu1/MCR6ViOafXgHgqP+PzYw3SN19ms4/m7f8AmBk1gulr/bVHHepyn4ag/KUPppgHNFsVhSadSnrXRfYdPfCnQEc/C/dKTg+l9VfbVW8RdG+I0+UtHFqXfgvoF/TlJXpya8dT9IYDjlGtoGyt7rdk+nJvQmSDuFFyQB3k2E+E8K6VpVGtwCbdsWF+4Ptfzly4LxvqyP8AqAfZqEs4H3HNyPmPKaRVOp3HryZy1sPVo6zWnNF9+mqfZzP/ACgkfiPZ+c2UXY+0uUcu1c+ttB8TNHDuIpXW6Hb2lOjL5j9dp2SjTTszJO5WfoGL7ShiELMVJqXc3ZD9YTey6MAEy8rjUzxKPEQutRC3Y5UwPac1L6G40QDUGzHS4lmBlcrcfqKxOVGAqOr0wGFamiB7OTfXNlBAygEHc7yAWSJW/wC9Wl+pa3MlwFX2bBjbQjNZh9lhabeGcfatVROryg9YWzAq4ClgvY5DQAtfcEWgE/ERAEREAREQBERAEREAREQBExqNYE9wJ+EhcJ0lp1CgysMxVQeQZiy6nbLmQrfmbADUQCciIgCQXHeO9VdKVi/M7qn7t4cufcdnG+Jlb06Z7X2m9wHkPvH5b90oPE+IAXVDte55Dv17/GbQjGKzz2IjGdSWSG/0MMZjsrtrmdu0STfUWBv6ZdJFYzEkAsxueX6CazXXKXGoF/jOTiL3yDvGb/nznNVrSqvXbkezh8LCgtNXzOIksbnUmbUpTOkBOhVEoa3NmFQSTo2kYuk2ivaCCapkTMtIVcXOmnirwRYlcJiQra6qeyw5FToQZ8v6SdHvouMNHXq3Oei3ejXIt35TofLxl/6y82V2pYimKWJTOqm6MDlqUz3qw1Exmne6NKUsk1K11xR8z4oDTprSXa3aNxc+m++s94J0hfDkK92p+faT+U/p+UtGM/8A56r3OFxSn7lYFT+NQb/CQPEehWNo3LUC6j7VMioPguvylItR0OytiKdZ329zPoPBeNsxR6TqPdqam/erLp6gn5z6HwbFJil7ZJce2hPZ8wosCp8b2n5s4LxNsJUIYNkJtUUggj7wB2I+c+scC4oQVdGBYDMp5Op5HvBH77ielSqdqskt+D+zPAxuE7L2kNuK+6PqiIALAAAbAaATKc3DsatemrrsdxzUjcHynTKtWdmcYiIkAREQBERAEREAREQBERAEREAGafoqaHImhuvZGh11HdufiZuiActVGQl0uQfbT9U7j4bHz314zHhUBQgltE8+ZI7hz+G86sRWCKWP/kk7AeJMrePJTPWNgbFnW/ZyqL6dzAc+fPla8I3epWTsV3pLxDqwKaE9Y+pPMA7sfEm/z8JUOJaKFHPfyE7lrmu71m3Y7e7yC+FhMKtDNLYl3sjp/p7tmkR1Gmepcc9/gV/easee0B3C3zP6SboYawseYb52/aQXEWvVe3fb4C36TBwSjc9CFVyk4mKPNyVZyiZAyhsdwqT285FabFaQSkb7TZTM0q0zBkXJsSFFp0imDItK1p10cVBWzOjqCNpuoYh02YjyJE8pYgGbswMixDfM8x+EoY5cmKQE7LVAAqIf5uY8DpKvw7DVeH1zhapuBeph3+zUTmB+o5a8rS1BRMeK4E4qhlX+NRPW4c95XdPJhceo7pm1keZFU7acCw9EeJ5XCk9irp5PsPj7Pwl3nx3gmKzqLEjMA694P7g/lPrHC8X11JH5ka+DDRh8QZ6U3niqnPfxPGnT7Ko6fLbwOqIiYkCIiAIiIAiIgCIiAIiIAiIgCeOwAJOgGpPcBPZy1R1j5PsrZn8T9lf1PkO+Sgc9Vs31jaD7A7geZ+8fkDbvlW6bYgrh7c6jBP6R2m/ID1lnxFTO9hsvzMpXTx71qNPuRn/G2X/RNIaySM6mkWyFp0stPzP5CSfC+G9Zl5C2Zj3CacXStRU/e/SWPhNP6pAOaqT8Jacc0i1Gpkp6G3D0Upi1NAPEgFj5kyudM+Do9Jq6Kq1EsXygDOhNjcDmLg37ry3dTpOPGUM9Oqnv0qi/iQgfOTKMXFpClVlGopXPkMAzFTPZxH0BmDNitNIMyBgHQrTYHnMGmQaVJN+aM805ozQSdSYkidCY2RmaM0mxBMrjpuw3F+rZW7jf05/KQQeYOYtcq4osmIpChiWC+wxFdO7JWuWH4w59RL90MxGlSn3EOPJtD81v6z59TqCrhKTm5ekWomwJJU5Svw7I1ll6JYhzWSxCZ0K39o7Bttgeye/ebYR3pSg+H2PMx0dYT8U/sXzFYlaSl3NlFr6EnUgAADUkkgTn/tWjZT1qWYXXtC7XUvou5OUE2tewMyxPD1q0zTqXdSQWzEHNZg1jpa2m0i06I4dds/xFwOqala9r2ysfXaDlJlMShNg6kkkABgSSu49LzdIaj0aopUpuucGm2ZRmGXNkCXItvlFr+MmYAiIgCIiAIiIAmjD4ynULBHVirFWsb5SCQQfUEek3yAxPRdGuUd1ZmdmN7589YVgpvsodRYC1gT33gE19JTMEzDMRcC+pGv7H4TbIThPR1aDK+diwXLYBVT7WoVQAvtctzruTJiqhYWDFfEWv8wRAM5wpUy0i/Nrv+L2fgMo9JsbDN/i1PhT/ANk4KuHPUJ9bUtZNPq+4fck8AbMKlhKP0uF8cB3UkHzY/rLvRoG38R//AK/9kpPSWgRj9XbWmh+x94e74TSl3jKt3Tor4M1KWUHKFDVWNrmyCwA8SW+UmuDUSCg5FDpYfZyW135mUnj/ABJ6FVaQd7VKSA+zzdx7sv3A11p6k9h9Ta+9PuAmktFczhq7ElUo6SLK9sDxtJ+sNJBv/EX+YfnKwd7mk1Y+IkWiZVNz5n85jOM+jE9vPIkAyBnoaYReCTbmjNNYM9vANl4vNd57eAZ3nhMxvF4BY+iLZ0xNH3qYdR95L/uvwkz0dxGVqTXsFqC57gTY/JjKf0BxVQ4+olwFsVFxewKZtNvdB1lkw+GFNqim7FHNs2u2xA2Gw2E1wf8AO48119Dzsf8Axv3NP7H1H6bm/hqX8fZT8R3/AKbzn4pw9sRSCOVH1iM1gGGVHDEdsEHa2okijXAI2OomuvikplQ7qpY2UMwBY9wvudR8ZJwkCeE4yzAYkAnOOZ1y9lhcdjtWuouAL2vMqHDMYBUBrg3RFTtte6kFrtl7JIzLmA7ja41sDOBuQL6C579JjWrKguzBRtckAbE8/AH4QCAThGLzMWxJtmJUBjYDOhA9kHSnnXc3Nm0N5oPAsUURDXuMpWpd3a46lUA1GvbBe5sb8+UtUQCM4Lg6tLOKrhgcmSxOlkAbSwAFxew8de6TiIAiIgCIiAIiYVqoQEtsP+AAcz4QDHEVggufIAbsTsAO+R1Gm30c5jdhoRyXqzlsO/bfn4bDsw9Ik539rZV9wH82PM+nmQWd0OzDOPkGHxsf6pIOfDtpKZ0xXLjKbe9RHxV3/cS24fskqdwbStdPKdjh6nczIf6gCP8AKZel3jOqvVKz05wpyUMQNlOR/C5zL88w9RLzwKtfqz9xvzpyJqWfC1VIBBTUHUaEGbOAVQlJGtr/AAxbc22UegHwvymz1VjGHMuNSppIhj9Yv8w/ObVrHL2rX522/wDPnOUv2r92vw1lYq1zSTufGH3Pmfznk8Bns4T6QREQBERAEREA9ieT2AezwxEAmuha/wDrE8nP/YZa+I0MtdjyqKD6roR8LGcfR7AJRdLC9RUYtYXYlso17h52liq0DUFn7I7hq34uXoPWYqt2WIU3wOLFLOnFcV+ywcLx69RSJPaKKLDViVFjZRruDNHG8HTqOueqKZdDSKkAl0LKSFJ9k3AF/HvsRCcLxTYJrEZqTHW3tA99+fiDvuPGcx/DKeNCuKnZy2FlVgbMrC4YEaFbWI5+E75JP1o6p7Hmp8HuRGB6Moy/+47dmps1MWKtdA2Qk3BzUTc8ySdJ14jgCV8lqwGRTS7CgBWC1ATT1OQ2qG41vlXu12f3Ro6dqp2fZNxcfWLU0a1wbra/cTMcZ0UR6HVK5BtVs2RAL1kynsqAMvOwGtpQk6eG8MXDuXNUMCthmAGXNUJARr3sS1tbkm2sl6VQMAykEEAgjUEEXBEgV6J0g2bM18wcXCEB+sWpoMui3UdjYa211k1gsP1VNEvfKqrfvyi14BviIgCIiAIiIBjUcKCSbAC5PcJzUULkO4sB/DU8vvMPePyHiTM3ol3u3sqQVHvHfM3kdh4X7rdEATRiqRYAr7Sm691+YPgRcf8A5N8QCKxBzWqLe+zDmLbg+IkP0qoddhXtulqo/o1P/bmlixWGJOZLBuYOzjx7j3GRFWsFuSLW9pSNRflYb38N+UulxRV8mVXAYkGg9+aEeJJGgHeZt6Lv2SG9ok5e5bgGw87annYSOwlE4euyNoN6YOtkbbbc8ifC3nopVurJHj+U1m7aopQhmbiXbPOHjOK6rD1n7qTgfzOMq/NhI+h0g07aBjtcHKTtvoRzlY6WcbqVm6uwSmLMACSWNtCxO9tRbaROospvRw0nUSfAronsROI9wREQBERAEREAREQBOrhVPNWpg++Plr+k5Z0cPpO9VFp+2WAU9xvv5Df0gFp4pw/FOy1MNcBbjsuFYsTcm2lxsPQzHCdK61A5MXSY+OXI/wAD2W+UuOGoCmiqNbC1+Z7yfEm59Z5jKYZGDIHFicrAEGw8ZwyrKT1RyupfdHLg+LUK63R1bvW3bHmm8UjVotnw4Ivurmyt/TqT6gHxkTjeiSX6zCu1F9xYnKfXcfMeEww/SCrhmFPHIRyFVRdT55dD6a+EvSqypu9N+KZjUpQmuvr/AM8C68J6QK5y1iKb7AEWX0YnU+dpHUejWIS5SqqktUOjMtxUya5lUEaoGtY3IsSbkzWVp11DAhlI0YG/z/SeYerXw38Nsye42oHkNx6H0ndTr0qul8r5Pbyf5OOdOcPejtqcDxTEZ64ZesViMzi+Sqr57AaXUZOr9ke1e834nhOKLkriTkzVLKDkIDaprlYEgll1G2U7rrlguk9NtKoNM+OqfiG3qBJunUDC6kEHYg3B9RNZQlHdFFJPYrFfgeLqKVbEDKylWAZ7G9JVO4N1uG7O/bJzXtad4Vh6lNWFVsxzsVNySEJ0BJttrsAALDW1z2xKkiIiAJXP7QxKk9io7GowZTTPVqochBTZRqGTtF2JAK2IUkAWOIBWn4rjQL/R1NwvKpZSUpscwFyRmdk0GmQnXYSnBcZVrLUNWmaeWoVQEEFkCqQxB8Sy6aHLcbyRiAIiYuwAJJsBqSdgBAPKtQKCSbAakzgq4Hr+3UupH8O2jJ4nvJ7joPO830lNUh2FlGqKef32Hf3Dlvvt1wnYFD6ScMbS9usW5pkey45jw5acjbkZUMaxYEjfe3O43HnvPsPEcGKyFTod1PusNj/zlPmnHcEcxUC1QfxAO4cx4nkeY15ToftIO26Io2p1U3sytYDGF8wHhbxPP0uAPWc/E3zG/us6ega4/wAxnZSwgV8y6aWtynNi8OfrDyuGH6zj7S6se4qKUsxHxESpcREQBERAEREAREQBLV0awvUUjiWHbfsUAfHQv/zl5yN6N8G+kuWfSimtRtr21yg/n3D0lppZsTVBQafw6C7ADv8ADQX8APCIw7WfZrbj4HPiKypxb6vwXXAkeBcIfEXu5AX2nN2JY62Gvr6jvkq/RZx7Nb4qR8w0n+HYMUaaovIanvJ1JPmZ0zsdW2kdF4HjZb6y3KPSwWKpIDl6wAZTl7R7PZOmjcuV5gcXTqgpVUWOjBhcevcZcsHoai9zk/iAb8yZq4jwqlXHbXXkw0YevPyNxMZU6NTvRs+a0/ReMpx7r+J84r8DrYUmpgXJU6mkxuD5X0b8/GbuH9LqbHJXU0XG9wcvrzX108ZOYzhdbC3K9unuSBt/MvLzHynFXo0MWAKqAnkdmH8riclfCSis3eXNb+aOqniIS9WSyvryfyfvO5qaVQDowOzKQfgRvMMDw91qoKTst27VtOyNWuNjoLajciV89F6tA5sJXZfutz8yBY+qy59DaFbqusxOTrCSgyiwyqbX3OpI+QjC1aieWMrx5Fa1OFrvfrrUsURE6znEREAREQBERAOOrxOkhbO4XK4pm+gLFA9h39lr/GYUeIUMRZUdXv2wAb3C2IPl2lI77gzyvwai752Ulswf23AzKuUEKDYHKLHTUbz3DcIo02VkSxUZV1awGRU2vb2UUX8IB3xE8JgGvE1sgva52Uc2J2AkJxnghqJnXWsNW7qg90d1vs/DneSuH+sbrDttTHgd38zy8PMzrloycXdENJqzPkWPwm7KP5h+en5iRxE+ncf4D1l6lIAP9pdg/wCzePPn3yiY3h+pyizA9pToQfI7GWq0VU9en5o7MJjMns6u3B/kqGJo5GI+HlNUm8bhc4sdGG37GQzoVNiLGcqZ6jMYiIIEREAREyo0mc5UUsTsACT8BAMZK8B4G+KbTs0x7b8h4DvP5SS4d0WyjrMYwpp7gPbbwJG3kLnykrWxXWqKdJeqoDSw0LD9v+G8onKo8tPVmVSrGMbt6c+t2e13QqKNEZaCe0ffI13566k85cui3CerXrHFmYWUe4n7n9h3zj6NcA9mpUWyjWmh3J5Mw+YB8zLZOxRjRh2cfNnj1KjqyzPbgvu/exERKEHMulU/eQH8JIP+ZZ0zU9K7q19gw8w1v1UTbAEheKdHadW7J9W+5IHZY/eXv8Rr5yaiWjJxd0Q0mrMpVLC4hKi0mU9o2DbqBzIbwFzY2MuVGmEUKNgAB5AWEziRLK3dJLnYK9rNiIiQSIiIAiIgCIiAIiIBpqYpFZUJ7TAkDXZdye4ajU98yaquxK91iRz0t6yJ49hqNVkWrUZDlqEWygZShDFnKmwA1tcA2FwbSMrcEwpsfpQtfM93odvrBVAN8tlLZ27Q1soAtaAWnrl95efMct/hHXL7y8uY56iVhOBYFUt1y5cubM1SkeywZb3I1BBtc72G82Yfo5h6gZqdQ1SDUS7MjqtQCpTfNlAJYM7X1uDoLDSAWYG8juK8Hp4jU9l7aON/I+8PA+lp1cPwgo00pgkhVAud2PNm8Sbk+JnRJUnF3RDSe5884v0fqU/bXMvJ0ubeY3X108ZXMVwnMOTDlyPpPs0jsZwSjV1ZAG95eyfW2/reaylCp31rzRelVq0tIPTk9j5Rh8Jh0FquHYnm3WVAT6XAm44DANyrJ5MT+eaXqv0S9yqfJ1B+a2/KR9bolV92k3qQfmsxeFg9Y1Pjc6Fjn/dF+TKieB4M7YiqPNL/AOmBwPBjfEVT5Jb/AEyzHorV/wAFfR1/eep0Uq/4Sjzdf0Jkehv/AGL4/ov6dHlL5FdTB4BPsVap+8xA+RE7qWPcDLh6KUl7wov8bWPzlhw/RGpzNJPIFj+Q/OSuF6L0l1cs57icq/Aa/EmPRaS78m+vgZyxkn3Y/F3+RSsLwx6765qr8+5fMnQDztLpwfo4tKz1bO42H2E8vePifQCTVGiqAKihQNgAAPgJsmvaKKywVkc0nKbvN364CIiZg14nNkbJbPlOW+2a2l/C8q1PE45WVFRyGUm9UU2ZWXqla7IwVVu7sBYkldLC0tsQCvYLEY3K+dBfqi1O4XtVLbNZ+zrbTxOukJXx5fKUpBbgZ8t7jrrFsufT6vW1+fpLDEAheG4jGNVArU6aU8hJsbnMCRa4J7g3k3eDJqIgCIiAIiIAiIgCIiAIiIAiIgEP0kwKPTaqwu1Km7JqQLhSdbTg4V0do1aK1KmdmqUu1djb61GDW7h229TfcmexAO3+7NDOXym7EsdebG5INri+1r20EkMBglorlS9szNqb2LEsbepJ9YiAdMREAREQBERAEREAREQBERAEREAREQBERAEREAREQBERAEREA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956C56E-5BFE-4518-81C1-4BF443633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2142" y="5169838"/>
            <a:ext cx="1295400" cy="13526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099BE1B-3047-437D-88DE-6E8A47ABD40C}"/>
              </a:ext>
            </a:extLst>
          </p:cNvPr>
          <p:cNvSpPr txBox="1"/>
          <p:nvPr/>
        </p:nvSpPr>
        <p:spPr>
          <a:xfrm>
            <a:off x="7543800" y="6515100"/>
            <a:ext cx="12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Retina</a:t>
            </a:r>
          </a:p>
        </p:txBody>
      </p:sp>
    </p:spTree>
    <p:extLst>
      <p:ext uri="{BB962C8B-B14F-4D97-AF65-F5344CB8AC3E}">
        <p14:creationId xmlns:p14="http://schemas.microsoft.com/office/powerpoint/2010/main" val="2452280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 of signals and systems (Biomedical Instrument)</a:t>
            </a:r>
          </a:p>
          <a:p>
            <a:pPr lvl="1"/>
            <a:r>
              <a:rPr lang="en-US" dirty="0"/>
              <a:t>EEG (Electroencephalography) Sensors</a:t>
            </a:r>
          </a:p>
          <a:p>
            <a:pPr lvl="2"/>
            <a:r>
              <a:rPr lang="en-US" dirty="0"/>
              <a:t>Input: brain signals</a:t>
            </a:r>
          </a:p>
          <a:p>
            <a:pPr lvl="2"/>
            <a:r>
              <a:rPr lang="en-US" dirty="0"/>
              <a:t>Output: electrical signals</a:t>
            </a:r>
          </a:p>
          <a:p>
            <a:pPr lvl="2"/>
            <a:r>
              <a:rPr lang="en-US" dirty="0"/>
              <a:t>Converts brain signal into electrical signals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Magnetic Resonance Imaging (MRI)</a:t>
            </a:r>
          </a:p>
          <a:p>
            <a:pPr lvl="2"/>
            <a:r>
              <a:rPr lang="en-US" dirty="0"/>
              <a:t>Input: when apply an oscillating magnetic field at a certain frequency, the hydrogen atoms in the body will emit radio frequency signal, which will be captured by the MRI machine</a:t>
            </a:r>
          </a:p>
          <a:p>
            <a:pPr lvl="2"/>
            <a:r>
              <a:rPr lang="en-US" dirty="0"/>
              <a:t>Output: images of a certain part of the body</a:t>
            </a:r>
          </a:p>
          <a:p>
            <a:pPr lvl="2"/>
            <a:r>
              <a:rPr lang="en-US" dirty="0"/>
              <a:t>Use strong magnetic fields and radio waves to form images of the body. </a:t>
            </a:r>
          </a:p>
        </p:txBody>
      </p:sp>
      <p:pic>
        <p:nvPicPr>
          <p:cNvPr id="8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505" y="1243117"/>
            <a:ext cx="1222696" cy="12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18" name="Picture 2" descr="https://sp.yimg.com/ib/th?id=JN.8%2f1yGim76UtYMwXRKZG4rg&amp;pid=15.1&amp;P=0&amp;w=300&amp;h=30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854" y="1099177"/>
            <a:ext cx="1647274" cy="137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B40FEC2-BF17-4E0A-8D41-C6645869F247}"/>
              </a:ext>
            </a:extLst>
          </p:cNvPr>
          <p:cNvSpPr txBox="1"/>
          <p:nvPr/>
        </p:nvSpPr>
        <p:spPr>
          <a:xfrm>
            <a:off x="6934200" y="6456104"/>
            <a:ext cx="12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848CD1A-9588-4C3D-B742-6A856AD77108}"/>
              </a:ext>
            </a:extLst>
          </p:cNvPr>
          <p:cNvSpPr txBox="1"/>
          <p:nvPr/>
        </p:nvSpPr>
        <p:spPr>
          <a:xfrm>
            <a:off x="6934200" y="2509722"/>
            <a:ext cx="17659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EEG signal collection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4A3BD009-9C37-4176-AC7F-197595054F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953281"/>
              </p:ext>
            </p:extLst>
          </p:nvPr>
        </p:nvGraphicFramePr>
        <p:xfrm>
          <a:off x="98425" y="98425"/>
          <a:ext cx="1525588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Packager Shell Object" showAsIcon="1" r:id="rId5" imgW="1524960" imgH="524880" progId="Package">
                  <p:embed/>
                </p:oleObj>
              </mc:Choice>
              <mc:Fallback>
                <p:oleObj name="Packager Shell Object" showAsIcon="1" r:id="rId5" imgW="1524960" imgH="52488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xmlns="" id="{4A3BD009-9C37-4176-AC7F-197595054F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1525588" cy="525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9B3EE93-37E3-4EE8-A82B-258C748C62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7463" y="5059227"/>
            <a:ext cx="1309688" cy="13461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FC69263-DFA6-4952-9BF8-D6182D600D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5125" y="5080176"/>
            <a:ext cx="1159275" cy="13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87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876300"/>
            <a:ext cx="5181600" cy="5600700"/>
          </a:xfrm>
        </p:spPr>
        <p:txBody>
          <a:bodyPr/>
          <a:lstStyle/>
          <a:p>
            <a:r>
              <a:rPr lang="en-US" dirty="0"/>
              <a:t>Signals and Systems</a:t>
            </a:r>
          </a:p>
          <a:p>
            <a:pPr lvl="1"/>
            <a:r>
              <a:rPr lang="en-US" dirty="0"/>
              <a:t>Even though the various signals and systems could be quite different, they share some common properties.</a:t>
            </a:r>
          </a:p>
          <a:p>
            <a:pPr lvl="1"/>
            <a:r>
              <a:rPr lang="en-US" dirty="0"/>
              <a:t>In this course, we will study:</a:t>
            </a:r>
          </a:p>
          <a:p>
            <a:pPr lvl="2"/>
            <a:r>
              <a:rPr lang="en-US" dirty="0"/>
              <a:t>How to represent signal and system?</a:t>
            </a:r>
          </a:p>
          <a:p>
            <a:pPr lvl="2"/>
            <a:r>
              <a:rPr lang="en-US" dirty="0"/>
              <a:t>What are the properties of signals?</a:t>
            </a:r>
          </a:p>
          <a:p>
            <a:pPr lvl="2"/>
            <a:r>
              <a:rPr lang="en-US" dirty="0"/>
              <a:t>What are the properties of systems?</a:t>
            </a:r>
          </a:p>
          <a:p>
            <a:pPr lvl="2"/>
            <a:r>
              <a:rPr lang="en-US" dirty="0"/>
              <a:t>How to process signals with system?</a:t>
            </a:r>
          </a:p>
          <a:p>
            <a:pPr lvl="1"/>
            <a:r>
              <a:rPr lang="en-US" dirty="0"/>
              <a:t>The theories can be applied to any general signals and systems, be it electrical, biomedical, mechanical, or economical, etc.</a:t>
            </a:r>
          </a:p>
        </p:txBody>
      </p:sp>
    </p:spTree>
    <p:extLst>
      <p:ext uri="{BB962C8B-B14F-4D97-AF65-F5344CB8AC3E}">
        <p14:creationId xmlns:p14="http://schemas.microsoft.com/office/powerpoint/2010/main" val="3049124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algn="r"/>
            <a:fld id="{7A65BF99-0365-4788-A7C5-586C0382C80B}" type="slidenum">
              <a:rPr lang="zh-CN" altLang="en-US" b="1" smtClean="0"/>
              <a:pPr algn="r"/>
              <a:t>7</a:t>
            </a:fld>
            <a:endParaRPr lang="en-US" altLang="zh-CN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Introduction: what are signals and systems?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Signals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Basic Signal Operations</a:t>
            </a:r>
          </a:p>
          <a:p>
            <a:pPr marL="800100" lvl="1" indent="-342900">
              <a:spcBef>
                <a:spcPct val="20000"/>
              </a:spcBef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Signals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88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SIGNALS AND CLASSIFICATIONS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8216900" cy="2476500"/>
          </a:xfrm>
        </p:spPr>
        <p:txBody>
          <a:bodyPr/>
          <a:lstStyle/>
          <a:p>
            <a:r>
              <a:rPr lang="en-US" dirty="0"/>
              <a:t>What is signal?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Physical quantities</a:t>
            </a:r>
            <a:r>
              <a:rPr lang="en-US" dirty="0"/>
              <a:t> that carry </a:t>
            </a:r>
            <a:r>
              <a:rPr lang="en-US" dirty="0">
                <a:solidFill>
                  <a:srgbClr val="FF0000"/>
                </a:solidFill>
              </a:rPr>
              <a:t>information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changes with respect to time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E.g. voice, television picture, telegraph.</a:t>
            </a:r>
          </a:p>
          <a:p>
            <a:r>
              <a:rPr lang="en-US" dirty="0"/>
              <a:t>Electrical signal</a:t>
            </a:r>
          </a:p>
          <a:p>
            <a:pPr lvl="1"/>
            <a:r>
              <a:rPr lang="en-US" dirty="0"/>
              <a:t>Carry information with electrical parameters (e.g. voltage, current)</a:t>
            </a:r>
          </a:p>
          <a:p>
            <a:pPr lvl="1"/>
            <a:r>
              <a:rPr lang="en-US" dirty="0"/>
              <a:t>All signals can be converted to electrical signals</a:t>
            </a:r>
          </a:p>
          <a:p>
            <a:pPr lvl="2"/>
            <a:r>
              <a:rPr lang="en-US" dirty="0"/>
              <a:t>Speech </a:t>
            </a:r>
            <a:r>
              <a:rPr lang="en-US" dirty="0">
                <a:sym typeface="Wingdings" pitchFamily="2" charset="2"/>
              </a:rPr>
              <a:t> Microphone  Electrical Signal  Speaker  Speech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85800" y="5257800"/>
            <a:ext cx="8216900" cy="457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Signals changes with respect to time</a:t>
            </a: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3406CDA-C337-4FE3-9C09-B44491303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935" y="3505201"/>
            <a:ext cx="3704129" cy="9124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ED2D6FA-19E6-4EE3-BEBA-243B608A5677}"/>
              </a:ext>
            </a:extLst>
          </p:cNvPr>
          <p:cNvSpPr txBox="1"/>
          <p:nvPr/>
        </p:nvSpPr>
        <p:spPr>
          <a:xfrm>
            <a:off x="4146562" y="4570016"/>
            <a:ext cx="1295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SIGNALS AND 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7772400" cy="5600700"/>
          </a:xfrm>
        </p:spPr>
        <p:txBody>
          <a:bodyPr/>
          <a:lstStyle/>
          <a:p>
            <a:r>
              <a:rPr lang="en-US" dirty="0"/>
              <a:t>Mathematical representation of signal:</a:t>
            </a:r>
          </a:p>
          <a:p>
            <a:pPr lvl="1"/>
            <a:r>
              <a:rPr lang="en-US" dirty="0"/>
              <a:t>Signals can be represented as a function of time </a:t>
            </a:r>
            <a:r>
              <a:rPr lang="en-US" i="1" dirty="0"/>
              <a:t>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Support of signal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E.g. </a:t>
            </a:r>
          </a:p>
          <a:p>
            <a:pPr lvl="1"/>
            <a:r>
              <a:rPr lang="en-US" dirty="0"/>
              <a:t>E.g. 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           and            are two different signals!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The mathematical representation of signal contains </a:t>
            </a:r>
            <a:r>
              <a:rPr lang="en-US" dirty="0">
                <a:solidFill>
                  <a:srgbClr val="FF0000"/>
                </a:solidFill>
              </a:rPr>
              <a:t>two components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The expression:</a:t>
            </a:r>
          </a:p>
          <a:p>
            <a:pPr lvl="2"/>
            <a:r>
              <a:rPr lang="en-US" dirty="0"/>
              <a:t>The support:  </a:t>
            </a:r>
          </a:p>
          <a:p>
            <a:pPr lvl="3"/>
            <a:r>
              <a:rPr lang="en-US" dirty="0"/>
              <a:t>The support can be skipped if</a:t>
            </a:r>
          </a:p>
          <a:p>
            <a:pPr lvl="3"/>
            <a:r>
              <a:rPr lang="en-US" dirty="0"/>
              <a:t>E.g.   </a:t>
            </a:r>
          </a:p>
          <a:p>
            <a:endParaRPr lang="en-US" dirty="0"/>
          </a:p>
        </p:txBody>
      </p:sp>
      <p:graphicFrame>
        <p:nvGraphicFramePr>
          <p:cNvPr id="88067" name="Object 3"/>
          <p:cNvGraphicFramePr>
            <a:graphicFrameLocks noChangeAspect="1"/>
          </p:cNvGraphicFramePr>
          <p:nvPr/>
        </p:nvGraphicFramePr>
        <p:xfrm>
          <a:off x="2154238" y="2590800"/>
          <a:ext cx="14970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" name="Equation" r:id="rId3" imgW="876240" imgH="215640" progId="Equation.3">
                  <p:embed/>
                </p:oleObj>
              </mc:Choice>
              <mc:Fallback>
                <p:oleObj name="Equation" r:id="rId3" imgW="876240" imgH="215640" progId="Equation.3">
                  <p:embed/>
                  <p:pic>
                    <p:nvPicPr>
                      <p:cNvPr id="880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2590800"/>
                        <a:ext cx="1497012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2754313" y="1676400"/>
          <a:ext cx="5207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5" imgW="304560" imgH="203040" progId="Equation.3">
                  <p:embed/>
                </p:oleObj>
              </mc:Choice>
              <mc:Fallback>
                <p:oleObj name="Equation" r:id="rId5" imgW="304560" imgH="203040" progId="Equation.3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1676400"/>
                        <a:ext cx="520700" cy="3460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9" name="Object 3"/>
          <p:cNvGraphicFramePr>
            <a:graphicFrameLocks noChangeAspect="1"/>
          </p:cNvGraphicFramePr>
          <p:nvPr/>
        </p:nvGraphicFramePr>
        <p:xfrm>
          <a:off x="4276725" y="1665288"/>
          <a:ext cx="9810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Equation" r:id="rId7" imgW="571320" imgH="215640" progId="Equation.3">
                  <p:embed/>
                </p:oleObj>
              </mc:Choice>
              <mc:Fallback>
                <p:oleObj name="Equation" r:id="rId7" imgW="571320" imgH="215640" progId="Equation.3">
                  <p:embed/>
                  <p:pic>
                    <p:nvPicPr>
                      <p:cNvPr id="8806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6725" y="1665288"/>
                        <a:ext cx="981075" cy="3698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3124200" y="2209800"/>
          <a:ext cx="9810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" name="Equation" r:id="rId9" imgW="571320" imgH="215640" progId="Equation.3">
                  <p:embed/>
                </p:oleObj>
              </mc:Choice>
              <mc:Fallback>
                <p:oleObj name="Equation" r:id="rId9" imgW="571320" imgH="215640" progId="Equation.3">
                  <p:embed/>
                  <p:pic>
                    <p:nvPicPr>
                      <p:cNvPr id="880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09800"/>
                        <a:ext cx="981075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4419600" y="2667000"/>
          <a:ext cx="14176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" name="Equation" r:id="rId11" imgW="825480" imgH="164880" progId="Equation.3">
                  <p:embed/>
                </p:oleObj>
              </mc:Choice>
              <mc:Fallback>
                <p:oleObj name="Equation" r:id="rId11" imgW="825480" imgH="164880" progId="Equation.3">
                  <p:embed/>
                  <p:pic>
                    <p:nvPicPr>
                      <p:cNvPr id="880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667000"/>
                        <a:ext cx="1417637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2" name="Object 8"/>
          <p:cNvGraphicFramePr>
            <a:graphicFrameLocks noChangeAspect="1"/>
          </p:cNvGraphicFramePr>
          <p:nvPr/>
        </p:nvGraphicFramePr>
        <p:xfrm>
          <a:off x="2154238" y="3048000"/>
          <a:ext cx="15176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Equation" r:id="rId13" imgW="888840" imgH="215640" progId="Equation.3">
                  <p:embed/>
                </p:oleObj>
              </mc:Choice>
              <mc:Fallback>
                <p:oleObj name="Equation" r:id="rId13" imgW="888840" imgH="215640" progId="Equation.3">
                  <p:embed/>
                  <p:pic>
                    <p:nvPicPr>
                      <p:cNvPr id="880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3048000"/>
                        <a:ext cx="151765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4616450" y="3124200"/>
          <a:ext cx="9810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4" name="Equation" r:id="rId15" imgW="571320" imgH="177480" progId="Equation.3">
                  <p:embed/>
                </p:oleObj>
              </mc:Choice>
              <mc:Fallback>
                <p:oleObj name="Equation" r:id="rId15" imgW="571320" imgH="177480" progId="Equation.3">
                  <p:embed/>
                  <p:pic>
                    <p:nvPicPr>
                      <p:cNvPr id="880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0" y="3124200"/>
                        <a:ext cx="981075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5" name="Object 3"/>
          <p:cNvGraphicFramePr>
            <a:graphicFrameLocks noChangeAspect="1"/>
          </p:cNvGraphicFramePr>
          <p:nvPr/>
        </p:nvGraphicFramePr>
        <p:xfrm>
          <a:off x="1828800" y="3505200"/>
          <a:ext cx="5429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17" imgW="317160" imgH="215640" progId="Equation.3">
                  <p:embed/>
                </p:oleObj>
              </mc:Choice>
              <mc:Fallback>
                <p:oleObj name="Equation" r:id="rId17" imgW="317160" imgH="215640" progId="Equation.3">
                  <p:embed/>
                  <p:pic>
                    <p:nvPicPr>
                      <p:cNvPr id="880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505200"/>
                        <a:ext cx="542925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3"/>
          <p:cNvGraphicFramePr>
            <a:graphicFrameLocks noChangeAspect="1"/>
          </p:cNvGraphicFramePr>
          <p:nvPr/>
        </p:nvGraphicFramePr>
        <p:xfrm>
          <a:off x="2743200" y="3505200"/>
          <a:ext cx="5651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Equation" r:id="rId19" imgW="330120" imgH="215640" progId="Equation.3">
                  <p:embed/>
                </p:oleObj>
              </mc:Choice>
              <mc:Fallback>
                <p:oleObj name="Equation" r:id="rId19" imgW="330120" imgH="215640" progId="Equation.3">
                  <p:embed/>
                  <p:pic>
                    <p:nvPicPr>
                      <p:cNvPr id="8807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05200"/>
                        <a:ext cx="56515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7" name="Object 3"/>
          <p:cNvGraphicFramePr>
            <a:graphicFrameLocks noChangeAspect="1"/>
          </p:cNvGraphicFramePr>
          <p:nvPr/>
        </p:nvGraphicFramePr>
        <p:xfrm>
          <a:off x="3286125" y="4495800"/>
          <a:ext cx="4572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Equation" r:id="rId21" imgW="266400" imgH="203040" progId="Equation.3">
                  <p:embed/>
                </p:oleObj>
              </mc:Choice>
              <mc:Fallback>
                <p:oleObj name="Equation" r:id="rId21" imgW="266400" imgH="203040" progId="Equation.3">
                  <p:embed/>
                  <p:pic>
                    <p:nvPicPr>
                      <p:cNvPr id="8807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4495800"/>
                        <a:ext cx="4572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8" name="Object 14"/>
          <p:cNvGraphicFramePr>
            <a:graphicFrameLocks noChangeAspect="1"/>
          </p:cNvGraphicFramePr>
          <p:nvPr/>
        </p:nvGraphicFramePr>
        <p:xfrm>
          <a:off x="3276600" y="4800600"/>
          <a:ext cx="9810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8" name="Equation" r:id="rId23" imgW="571320" imgH="215640" progId="Equation.3">
                  <p:embed/>
                </p:oleObj>
              </mc:Choice>
              <mc:Fallback>
                <p:oleObj name="Equation" r:id="rId23" imgW="571320" imgH="215640" progId="Equation.3">
                  <p:embed/>
                  <p:pic>
                    <p:nvPicPr>
                      <p:cNvPr id="880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00600"/>
                        <a:ext cx="981075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9" name="Object 15"/>
          <p:cNvGraphicFramePr>
            <a:graphicFrameLocks noChangeAspect="1"/>
          </p:cNvGraphicFramePr>
          <p:nvPr/>
        </p:nvGraphicFramePr>
        <p:xfrm>
          <a:off x="5029200" y="5181600"/>
          <a:ext cx="1417637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9" name="Equation" r:id="rId24" imgW="825480" imgH="164880" progId="Equation.3">
                  <p:embed/>
                </p:oleObj>
              </mc:Choice>
              <mc:Fallback>
                <p:oleObj name="Equation" r:id="rId24" imgW="825480" imgH="164880" progId="Equation.3">
                  <p:embed/>
                  <p:pic>
                    <p:nvPicPr>
                      <p:cNvPr id="880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181600"/>
                        <a:ext cx="1417637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80" name="Object 16"/>
          <p:cNvGraphicFramePr>
            <a:graphicFrameLocks noChangeAspect="1"/>
          </p:cNvGraphicFramePr>
          <p:nvPr/>
        </p:nvGraphicFramePr>
        <p:xfrm>
          <a:off x="2992438" y="5486400"/>
          <a:ext cx="14970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" name="Equation" r:id="rId26" imgW="876240" imgH="215640" progId="Equation.3">
                  <p:embed/>
                </p:oleObj>
              </mc:Choice>
              <mc:Fallback>
                <p:oleObj name="Equation" r:id="rId26" imgW="876240" imgH="215640" progId="Equation.3">
                  <p:embed/>
                  <p:pic>
                    <p:nvPicPr>
                      <p:cNvPr id="880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2438" y="5486400"/>
                        <a:ext cx="1497012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SIGNALS AND 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Classification of signals: signals can be classified as</a:t>
            </a:r>
          </a:p>
          <a:p>
            <a:pPr lvl="1"/>
            <a:r>
              <a:rPr lang="en-US" dirty="0"/>
              <a:t>Continuous-time signal </a:t>
            </a:r>
            <a:r>
              <a:rPr lang="en-US" dirty="0" err="1"/>
              <a:t>v.s</a:t>
            </a:r>
            <a:r>
              <a:rPr lang="en-US" dirty="0"/>
              <a:t>. discrete-time signal</a:t>
            </a:r>
          </a:p>
          <a:p>
            <a:pPr lvl="1"/>
            <a:r>
              <a:rPr lang="en-US" dirty="0"/>
              <a:t>Analog signal </a:t>
            </a:r>
            <a:r>
              <a:rPr lang="en-US" dirty="0" err="1"/>
              <a:t>v.s</a:t>
            </a:r>
            <a:r>
              <a:rPr lang="en-US" dirty="0"/>
              <a:t>. digital signal</a:t>
            </a:r>
          </a:p>
          <a:p>
            <a:pPr lvl="1"/>
            <a:r>
              <a:rPr lang="en-US" dirty="0"/>
              <a:t>Finite support </a:t>
            </a:r>
            <a:r>
              <a:rPr lang="en-US" dirty="0" err="1"/>
              <a:t>v.s</a:t>
            </a:r>
            <a:r>
              <a:rPr lang="en-US" dirty="0"/>
              <a:t>. infinite support</a:t>
            </a:r>
          </a:p>
          <a:p>
            <a:pPr lvl="1"/>
            <a:r>
              <a:rPr lang="en-US" dirty="0"/>
              <a:t>Even signal </a:t>
            </a:r>
            <a:r>
              <a:rPr lang="en-US" dirty="0" err="1"/>
              <a:t>v.s</a:t>
            </a:r>
            <a:r>
              <a:rPr lang="en-US" dirty="0"/>
              <a:t>. odd signal</a:t>
            </a:r>
          </a:p>
          <a:p>
            <a:pPr lvl="1"/>
            <a:r>
              <a:rPr lang="en-US" dirty="0"/>
              <a:t>Periodic signal </a:t>
            </a:r>
            <a:r>
              <a:rPr lang="en-US" dirty="0" err="1"/>
              <a:t>v.s</a:t>
            </a:r>
            <a:r>
              <a:rPr lang="en-US" dirty="0"/>
              <a:t>. </a:t>
            </a:r>
            <a:r>
              <a:rPr lang="en-US" dirty="0" err="1"/>
              <a:t>Aperiodic</a:t>
            </a:r>
            <a:r>
              <a:rPr lang="en-US" dirty="0"/>
              <a:t> signal</a:t>
            </a:r>
          </a:p>
          <a:p>
            <a:pPr lvl="1"/>
            <a:r>
              <a:rPr lang="en-US" dirty="0"/>
              <a:t>Power signal </a:t>
            </a:r>
            <a:r>
              <a:rPr lang="en-US" dirty="0" err="1"/>
              <a:t>v.s</a:t>
            </a:r>
            <a:r>
              <a:rPr lang="en-US" dirty="0"/>
              <a:t>. Energy signal</a:t>
            </a:r>
          </a:p>
          <a:p>
            <a:pPr lvl="1"/>
            <a:r>
              <a:rPr lang="en-US" dirty="0"/>
              <a:t>……</a:t>
            </a:r>
          </a:p>
          <a:p>
            <a:endParaRPr lang="en-US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algn="r"/>
            <a:fld id="{7A65BF99-0365-4788-A7C5-586C0382C80B}" type="slidenum">
              <a:rPr lang="zh-CN" altLang="en-US" b="1" smtClean="0"/>
              <a:pPr algn="r"/>
              <a:t>11</a:t>
            </a:fld>
            <a:endParaRPr lang="en-US" altLang="zh-CN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Introduction: what are signals and systems?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Signals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Basic Signal Operations</a:t>
            </a:r>
          </a:p>
          <a:p>
            <a:pPr marL="800100" lvl="1" indent="-342900">
              <a:spcBef>
                <a:spcPct val="20000"/>
              </a:spcBef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Signals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79400" y="177800"/>
            <a:ext cx="8470900" cy="660400"/>
          </a:xfrm>
        </p:spPr>
        <p:txBody>
          <a:bodyPr/>
          <a:lstStyle/>
          <a:p>
            <a:r>
              <a:rPr lang="en-US" sz="2000" dirty="0"/>
              <a:t>SIGNALS: CONTINUOUS-TIME V.S. DISCRETE-TIME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Continuous-time signal </a:t>
            </a:r>
          </a:p>
          <a:p>
            <a:pPr lvl="1"/>
            <a:r>
              <a:rPr lang="en-US" dirty="0"/>
              <a:t>If the signal is defined over continuous-time, then the signal is a </a:t>
            </a:r>
            <a:r>
              <a:rPr lang="en-US" dirty="0">
                <a:solidFill>
                  <a:srgbClr val="FF0000"/>
                </a:solidFill>
              </a:rPr>
              <a:t>continuous-time signal</a:t>
            </a:r>
          </a:p>
          <a:p>
            <a:pPr lvl="2"/>
            <a:r>
              <a:rPr lang="en-US" dirty="0"/>
              <a:t>E.g. sinusoidal signal</a:t>
            </a:r>
          </a:p>
          <a:p>
            <a:pPr lvl="2"/>
            <a:r>
              <a:rPr lang="en-US" dirty="0"/>
              <a:t>E.g. voice signal</a:t>
            </a:r>
          </a:p>
          <a:p>
            <a:pPr lvl="2"/>
            <a:r>
              <a:rPr lang="en-US" dirty="0"/>
              <a:t>E.g. Rectangular pulse function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4114800" y="1828800"/>
          <a:ext cx="14319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Equation" r:id="rId3" imgW="838080" imgH="203040" progId="Equation.3">
                  <p:embed/>
                </p:oleObj>
              </mc:Choice>
              <mc:Fallback>
                <p:oleObj name="Equation" r:id="rId3" imgW="838080" imgH="203040" progId="Equation.3">
                  <p:embed/>
                  <p:pic>
                    <p:nvPicPr>
                      <p:cNvPr id="1402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828800"/>
                        <a:ext cx="1431925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662983"/>
              </p:ext>
            </p:extLst>
          </p:nvPr>
        </p:nvGraphicFramePr>
        <p:xfrm>
          <a:off x="1676400" y="3429000"/>
          <a:ext cx="220186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Equation" r:id="rId5" imgW="1384200" imgH="457200" progId="Equation.3">
                  <p:embed/>
                </p:oleObj>
              </mc:Choice>
              <mc:Fallback>
                <p:oleObj name="Equation" r:id="rId5" imgW="1384200" imgH="457200" progId="Equation.3">
                  <p:embed/>
                  <p:pic>
                    <p:nvPicPr>
                      <p:cNvPr id="140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429000"/>
                        <a:ext cx="2201863" cy="7270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4876800" y="2590800"/>
            <a:ext cx="3746500" cy="1944688"/>
            <a:chOff x="2792" y="1796"/>
            <a:chExt cx="2360" cy="1225"/>
          </a:xfrm>
        </p:grpSpPr>
        <p:sp>
          <p:nvSpPr>
            <p:cNvPr id="140295" name="Line 7"/>
            <p:cNvSpPr>
              <a:spLocks noChangeShapeType="1"/>
            </p:cNvSpPr>
            <p:nvPr/>
          </p:nvSpPr>
          <p:spPr bwMode="auto">
            <a:xfrm>
              <a:off x="2792" y="2832"/>
              <a:ext cx="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296" name="Line 8"/>
            <p:cNvSpPr>
              <a:spLocks noChangeShapeType="1"/>
            </p:cNvSpPr>
            <p:nvPr/>
          </p:nvSpPr>
          <p:spPr bwMode="auto">
            <a:xfrm flipV="1">
              <a:off x="3560" y="1920"/>
              <a:ext cx="0" cy="9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297" name="Line 9"/>
            <p:cNvSpPr>
              <a:spLocks noChangeShapeType="1"/>
            </p:cNvSpPr>
            <p:nvPr/>
          </p:nvSpPr>
          <p:spPr bwMode="auto">
            <a:xfrm>
              <a:off x="3560" y="2304"/>
              <a:ext cx="5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298" name="Line 10"/>
            <p:cNvSpPr>
              <a:spLocks noChangeShapeType="1"/>
            </p:cNvSpPr>
            <p:nvPr/>
          </p:nvSpPr>
          <p:spPr bwMode="auto">
            <a:xfrm>
              <a:off x="3560" y="2304"/>
              <a:ext cx="0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299" name="Line 11"/>
            <p:cNvSpPr>
              <a:spLocks noChangeShapeType="1"/>
            </p:cNvSpPr>
            <p:nvPr/>
          </p:nvSpPr>
          <p:spPr bwMode="auto">
            <a:xfrm>
              <a:off x="4088" y="2304"/>
              <a:ext cx="0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40300" name="Object 12"/>
            <p:cNvGraphicFramePr>
              <a:graphicFrameLocks noChangeAspect="1"/>
            </p:cNvGraphicFramePr>
            <p:nvPr/>
          </p:nvGraphicFramePr>
          <p:xfrm>
            <a:off x="3483" y="2885"/>
            <a:ext cx="87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Equation" r:id="rId7" imgW="114120" imgH="177480" progId="Equation.3">
                    <p:embed/>
                  </p:oleObj>
                </mc:Choice>
                <mc:Fallback>
                  <p:oleObj name="Equation" r:id="rId7" imgW="114120" imgH="177480" progId="Equation.3">
                    <p:embed/>
                    <p:pic>
                      <p:nvPicPr>
                        <p:cNvPr id="14030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3" y="2885"/>
                          <a:ext cx="87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01" name="Object 13"/>
            <p:cNvGraphicFramePr>
              <a:graphicFrameLocks noChangeAspect="1"/>
            </p:cNvGraphicFramePr>
            <p:nvPr/>
          </p:nvGraphicFramePr>
          <p:xfrm>
            <a:off x="4088" y="2852"/>
            <a:ext cx="78" cy="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9" name="Equation" r:id="rId9" imgW="101520" imgH="164880" progId="Equation.3">
                    <p:embed/>
                  </p:oleObj>
                </mc:Choice>
                <mc:Fallback>
                  <p:oleObj name="Equation" r:id="rId9" imgW="101520" imgH="164880" progId="Equation.3">
                    <p:embed/>
                    <p:pic>
                      <p:nvPicPr>
                        <p:cNvPr id="14030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8" y="2852"/>
                          <a:ext cx="78" cy="1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0302" name="Line 14"/>
            <p:cNvSpPr>
              <a:spLocks noChangeShapeType="1"/>
            </p:cNvSpPr>
            <p:nvPr/>
          </p:nvSpPr>
          <p:spPr bwMode="auto">
            <a:xfrm flipH="1">
              <a:off x="2840" y="2832"/>
              <a:ext cx="69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0303" name="Line 15"/>
            <p:cNvSpPr>
              <a:spLocks noChangeShapeType="1"/>
            </p:cNvSpPr>
            <p:nvPr/>
          </p:nvSpPr>
          <p:spPr bwMode="auto">
            <a:xfrm>
              <a:off x="4088" y="2832"/>
              <a:ext cx="6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40304" name="Object 16"/>
            <p:cNvGraphicFramePr>
              <a:graphicFrameLocks noChangeAspect="1"/>
            </p:cNvGraphicFramePr>
            <p:nvPr/>
          </p:nvGraphicFramePr>
          <p:xfrm>
            <a:off x="5045" y="2790"/>
            <a:ext cx="107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0" name="Equation" r:id="rId11" imgW="88560" imgH="152280" progId="Equation.3">
                    <p:embed/>
                  </p:oleObj>
                </mc:Choice>
                <mc:Fallback>
                  <p:oleObj name="Equation" r:id="rId11" imgW="88560" imgH="152280" progId="Equation.3">
                    <p:embed/>
                    <p:pic>
                      <p:nvPicPr>
                        <p:cNvPr id="14030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2790"/>
                          <a:ext cx="107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05" name="Object 17"/>
            <p:cNvGraphicFramePr>
              <a:graphicFrameLocks noChangeAspect="1"/>
            </p:cNvGraphicFramePr>
            <p:nvPr/>
          </p:nvGraphicFramePr>
          <p:xfrm>
            <a:off x="3656" y="2112"/>
            <a:ext cx="183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Equation" r:id="rId13" imgW="152280" imgH="164880" progId="Equation.3">
                    <p:embed/>
                  </p:oleObj>
                </mc:Choice>
                <mc:Fallback>
                  <p:oleObj name="Equation" r:id="rId13" imgW="152280" imgH="164880" progId="Equation.3">
                    <p:embed/>
                    <p:pic>
                      <p:nvPicPr>
                        <p:cNvPr id="140305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6" y="2112"/>
                          <a:ext cx="183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306" name="Object 18"/>
            <p:cNvGraphicFramePr>
              <a:graphicFrameLocks noChangeAspect="1"/>
            </p:cNvGraphicFramePr>
            <p:nvPr/>
          </p:nvGraphicFramePr>
          <p:xfrm>
            <a:off x="3176" y="1796"/>
            <a:ext cx="280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Equation" r:id="rId15" imgW="279360" imgH="203040" progId="Equation.3">
                    <p:embed/>
                  </p:oleObj>
                </mc:Choice>
                <mc:Fallback>
                  <p:oleObj name="Equation" r:id="rId15" imgW="279360" imgH="203040" progId="Equation.3">
                    <p:embed/>
                    <p:pic>
                      <p:nvPicPr>
                        <p:cNvPr id="14030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6" y="1796"/>
                          <a:ext cx="280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99D6F0B-D2F7-4949-95ED-53059C0DF91A}"/>
              </a:ext>
            </a:extLst>
          </p:cNvPr>
          <p:cNvSpPr txBox="1"/>
          <p:nvPr/>
        </p:nvSpPr>
        <p:spPr>
          <a:xfrm>
            <a:off x="5638800" y="4490650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 pulse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8229600" cy="863600"/>
          </a:xfrm>
        </p:spPr>
        <p:txBody>
          <a:bodyPr/>
          <a:lstStyle/>
          <a:p>
            <a:r>
              <a:rPr lang="en-US" dirty="0"/>
              <a:t>Discrete-time signal </a:t>
            </a:r>
          </a:p>
          <a:p>
            <a:pPr lvl="1"/>
            <a:r>
              <a:rPr lang="en-US" dirty="0"/>
              <a:t>If the time </a:t>
            </a:r>
            <a:r>
              <a:rPr lang="en-US" i="1" dirty="0"/>
              <a:t>t</a:t>
            </a:r>
            <a:r>
              <a:rPr lang="en-US" dirty="0"/>
              <a:t> can only take discrete values, such as, </a:t>
            </a:r>
          </a:p>
        </p:txBody>
      </p:sp>
      <p:graphicFrame>
        <p:nvGraphicFramePr>
          <p:cNvPr id="141316" name="Object 4"/>
          <p:cNvGraphicFramePr>
            <a:graphicFrameLocks noChangeAspect="1"/>
          </p:cNvGraphicFramePr>
          <p:nvPr/>
        </p:nvGraphicFramePr>
        <p:xfrm>
          <a:off x="2590800" y="1600200"/>
          <a:ext cx="7381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Equation" r:id="rId3" imgW="431640" imgH="228600" progId="Equation.3">
                  <p:embed/>
                </p:oleObj>
              </mc:Choice>
              <mc:Fallback>
                <p:oleObj name="Equation" r:id="rId3" imgW="431640" imgH="228600" progId="Equation.3">
                  <p:embed/>
                  <p:pic>
                    <p:nvPicPr>
                      <p:cNvPr id="141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600200"/>
                        <a:ext cx="738188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7" name="Object 5"/>
          <p:cNvGraphicFramePr>
            <a:graphicFrameLocks noChangeAspect="1"/>
          </p:cNvGraphicFramePr>
          <p:nvPr/>
        </p:nvGraphicFramePr>
        <p:xfrm>
          <a:off x="4038600" y="1600200"/>
          <a:ext cx="1584325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5" imgW="927000" imgH="203040" progId="Equation.3">
                  <p:embed/>
                </p:oleObj>
              </mc:Choice>
              <mc:Fallback>
                <p:oleObj name="Equation" r:id="rId5" imgW="927000" imgH="203040" progId="Equation.3">
                  <p:embed/>
                  <p:pic>
                    <p:nvPicPr>
                      <p:cNvPr id="141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600200"/>
                        <a:ext cx="1584325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609600" y="2032000"/>
            <a:ext cx="85344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</a:pPr>
            <a:r>
              <a:rPr lang="en-US" sz="2000" b="0" dirty="0"/>
              <a:t>	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then the signal                         is a </a:t>
            </a:r>
            <a:r>
              <a:rPr lang="en-US" sz="2000" b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discrete-time signal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E.g. the monthly average precipitation at Fayetteville, AR (weather.com)</a:t>
            </a:r>
          </a:p>
        </p:txBody>
      </p:sp>
      <p:graphicFrame>
        <p:nvGraphicFramePr>
          <p:cNvPr id="141319" name="Object 7"/>
          <p:cNvGraphicFramePr>
            <a:graphicFrameLocks noChangeAspect="1"/>
          </p:cNvGraphicFramePr>
          <p:nvPr/>
        </p:nvGraphicFramePr>
        <p:xfrm>
          <a:off x="3019425" y="2062163"/>
          <a:ext cx="13684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7" imgW="799920" imgH="228600" progId="Equation.3">
                  <p:embed/>
                </p:oleObj>
              </mc:Choice>
              <mc:Fallback>
                <p:oleObj name="Equation" r:id="rId7" imgW="799920" imgH="228600" progId="Equation.3">
                  <p:embed/>
                  <p:pic>
                    <p:nvPicPr>
                      <p:cNvPr id="141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2062163"/>
                        <a:ext cx="1368425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347" name="Rectangle 35"/>
          <p:cNvSpPr>
            <a:spLocks noChangeArrowheads="1"/>
          </p:cNvSpPr>
          <p:nvPr/>
        </p:nvSpPr>
        <p:spPr bwMode="auto">
          <a:xfrm>
            <a:off x="635000" y="5003800"/>
            <a:ext cx="8229600" cy="130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What is the value of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 at                                ?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Discrete-time signals are </a:t>
            </a:r>
            <a:r>
              <a:rPr lang="en-US" sz="2000" b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undefined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 at                !!! </a:t>
            </a:r>
          </a:p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Usually represented as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graphicFrame>
        <p:nvGraphicFramePr>
          <p:cNvPr id="141348" name="Object 36"/>
          <p:cNvGraphicFramePr>
            <a:graphicFrameLocks noChangeAspect="1"/>
          </p:cNvGraphicFramePr>
          <p:nvPr/>
        </p:nvGraphicFramePr>
        <p:xfrm>
          <a:off x="4278313" y="5033963"/>
          <a:ext cx="18462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9" imgW="1079280" imgH="228600" progId="Equation.3">
                  <p:embed/>
                </p:oleObj>
              </mc:Choice>
              <mc:Fallback>
                <p:oleObj name="Equation" r:id="rId9" imgW="1079280" imgH="228600" progId="Equation.3">
                  <p:embed/>
                  <p:pic>
                    <p:nvPicPr>
                      <p:cNvPr id="14134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3" y="5033963"/>
                        <a:ext cx="1846262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49" name="Object 37"/>
          <p:cNvGraphicFramePr>
            <a:graphicFrameLocks noChangeAspect="1"/>
          </p:cNvGraphicFramePr>
          <p:nvPr/>
        </p:nvGraphicFramePr>
        <p:xfrm>
          <a:off x="6802438" y="3497263"/>
          <a:ext cx="13462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11" imgW="787320" imgH="228600" progId="Equation.3">
                  <p:embed/>
                </p:oleObj>
              </mc:Choice>
              <mc:Fallback>
                <p:oleObj name="Equation" r:id="rId11" imgW="787320" imgH="228600" progId="Equation.3">
                  <p:embed/>
                  <p:pic>
                    <p:nvPicPr>
                      <p:cNvPr id="141349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2438" y="3497263"/>
                        <a:ext cx="1346200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0" name="Object 38"/>
          <p:cNvGraphicFramePr>
            <a:graphicFrameLocks noChangeAspect="1"/>
          </p:cNvGraphicFramePr>
          <p:nvPr/>
        </p:nvGraphicFramePr>
        <p:xfrm>
          <a:off x="5832475" y="5389563"/>
          <a:ext cx="73977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13" imgW="431640" imgH="228600" progId="Equation.3">
                  <p:embed/>
                </p:oleObj>
              </mc:Choice>
              <mc:Fallback>
                <p:oleObj name="Equation" r:id="rId13" imgW="431640" imgH="228600" progId="Equation.3">
                  <p:embed/>
                  <p:pic>
                    <p:nvPicPr>
                      <p:cNvPr id="14135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5389563"/>
                        <a:ext cx="739775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53" name="Object 41"/>
          <p:cNvGraphicFramePr>
            <a:graphicFrameLocks noChangeAspect="1"/>
          </p:cNvGraphicFramePr>
          <p:nvPr/>
        </p:nvGraphicFramePr>
        <p:xfrm>
          <a:off x="6792913" y="3976688"/>
          <a:ext cx="1519237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Equation" r:id="rId15" imgW="888840" imgH="203040" progId="Equation.3">
                  <p:embed/>
                </p:oleObj>
              </mc:Choice>
              <mc:Fallback>
                <p:oleObj name="Equation" r:id="rId15" imgW="888840" imgH="203040" progId="Equation.3">
                  <p:embed/>
                  <p:pic>
                    <p:nvPicPr>
                      <p:cNvPr id="14135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2913" y="3976688"/>
                        <a:ext cx="1519237" cy="344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0121" name="Picture 9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950453" y="2814102"/>
            <a:ext cx="3476625" cy="1968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279400" y="177800"/>
            <a:ext cx="8470900" cy="762000"/>
          </a:xfrm>
        </p:spPr>
        <p:txBody>
          <a:bodyPr/>
          <a:lstStyle/>
          <a:p>
            <a:r>
              <a:rPr lang="en-US" sz="2000" dirty="0"/>
              <a:t>SIGNALS: CONTINUOUS-TIME V.S. DISCRETE-TIME</a:t>
            </a: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6983503-3DA2-42A2-89A9-B234335FC957}"/>
              </a:ext>
            </a:extLst>
          </p:cNvPr>
          <p:cNvSpPr txBox="1"/>
          <p:nvPr/>
        </p:nvSpPr>
        <p:spPr>
          <a:xfrm>
            <a:off x="3568700" y="4771251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average precipitation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600700"/>
          </a:xfrm>
        </p:spPr>
        <p:txBody>
          <a:bodyPr/>
          <a:lstStyle/>
          <a:p>
            <a:r>
              <a:rPr lang="en-US" dirty="0"/>
              <a:t>Analog </a:t>
            </a:r>
            <a:r>
              <a:rPr lang="en-US" dirty="0" err="1"/>
              <a:t>v.s</a:t>
            </a:r>
            <a:r>
              <a:rPr lang="en-US" dirty="0"/>
              <a:t>. digital</a:t>
            </a:r>
          </a:p>
          <a:p>
            <a:pPr lvl="1"/>
            <a:r>
              <a:rPr lang="en-US" dirty="0"/>
              <a:t>Continuous-time signal</a:t>
            </a:r>
          </a:p>
          <a:p>
            <a:pPr lvl="2"/>
            <a:r>
              <a:rPr lang="en-US" dirty="0"/>
              <a:t>continuous-time, continuous amplitude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analog signal</a:t>
            </a:r>
          </a:p>
          <a:p>
            <a:pPr lvl="3"/>
            <a:r>
              <a:rPr lang="en-US" dirty="0">
                <a:sym typeface="Wingdings" pitchFamily="2" charset="2"/>
              </a:rPr>
              <a:t>Example: speech signal</a:t>
            </a:r>
          </a:p>
          <a:p>
            <a:pPr lvl="3"/>
            <a:endParaRPr lang="en-US" dirty="0"/>
          </a:p>
          <a:p>
            <a:pPr lvl="2"/>
            <a:r>
              <a:rPr lang="en-US" dirty="0"/>
              <a:t>Continuous-time, discrete amplitude</a:t>
            </a:r>
          </a:p>
          <a:p>
            <a:pPr lvl="3"/>
            <a:r>
              <a:rPr lang="en-US" dirty="0"/>
              <a:t>Example: traffic light</a:t>
            </a:r>
          </a:p>
          <a:p>
            <a:pPr lvl="1">
              <a:buNone/>
            </a:pPr>
            <a:endParaRPr lang="en-US" dirty="0"/>
          </a:p>
          <a:p>
            <a:pPr lvl="1"/>
            <a:r>
              <a:rPr lang="en-US" dirty="0"/>
              <a:t>Discrete-time signal</a:t>
            </a:r>
          </a:p>
          <a:p>
            <a:pPr lvl="2"/>
            <a:r>
              <a:rPr lang="en-US" dirty="0"/>
              <a:t>Discrete-time, discrete-amplitude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digital signal</a:t>
            </a:r>
          </a:p>
          <a:p>
            <a:pPr lvl="3"/>
            <a:r>
              <a:rPr lang="en-US" dirty="0">
                <a:sym typeface="Wingdings" pitchFamily="2" charset="2"/>
              </a:rPr>
              <a:t>Example: Telegraph, text, roll a dice</a:t>
            </a:r>
          </a:p>
          <a:p>
            <a:pPr lvl="2"/>
            <a:endParaRPr lang="en-US" dirty="0">
              <a:solidFill>
                <a:srgbClr val="FF0000"/>
              </a:solidFill>
              <a:sym typeface="Wingdings" pitchFamily="2" charset="2"/>
            </a:endParaRPr>
          </a:p>
          <a:p>
            <a:pPr lvl="2"/>
            <a:endParaRPr lang="en-US" dirty="0">
              <a:solidFill>
                <a:srgbClr val="FF0000"/>
              </a:solidFill>
              <a:sym typeface="Wingdings" pitchFamily="2" charset="2"/>
            </a:endParaRPr>
          </a:p>
          <a:p>
            <a:pPr lvl="2"/>
            <a:r>
              <a:rPr lang="en-US" dirty="0">
                <a:sym typeface="Wingdings" pitchFamily="2" charset="2"/>
              </a:rPr>
              <a:t>Discrete-time, continuous-amplitude</a:t>
            </a:r>
          </a:p>
          <a:p>
            <a:pPr lvl="3"/>
            <a:r>
              <a:rPr lang="en-US" dirty="0">
                <a:sym typeface="Wingdings" pitchFamily="2" charset="2"/>
              </a:rPr>
              <a:t>Example: samples of analog signal, </a:t>
            </a:r>
          </a:p>
          <a:p>
            <a:pPr lvl="3">
              <a:buNone/>
            </a:pPr>
            <a:r>
              <a:rPr lang="en-US" dirty="0">
                <a:sym typeface="Wingdings" pitchFamily="2" charset="2"/>
              </a:rPr>
              <a:t>	average monthly temperature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79400" y="177800"/>
            <a:ext cx="8470900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SIGNALS: ANALOG V.S.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 DIGITAL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pic>
        <p:nvPicPr>
          <p:cNvPr id="6" name="Picture 6" descr="analo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28244" y="1143000"/>
            <a:ext cx="2263356" cy="928107"/>
          </a:xfrm>
          <a:prstGeom prst="rect">
            <a:avLst/>
          </a:prstGeom>
          <a:noFill/>
        </p:spPr>
      </p:pic>
      <p:grpSp>
        <p:nvGrpSpPr>
          <p:cNvPr id="32" name="Group 31"/>
          <p:cNvGrpSpPr/>
          <p:nvPr/>
        </p:nvGrpSpPr>
        <p:grpSpPr>
          <a:xfrm>
            <a:off x="6477000" y="3429000"/>
            <a:ext cx="2667000" cy="1154754"/>
            <a:chOff x="6477000" y="3200400"/>
            <a:chExt cx="2667000" cy="1154754"/>
          </a:xfrm>
        </p:grpSpPr>
        <p:pic>
          <p:nvPicPr>
            <p:cNvPr id="9113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77000" y="3200400"/>
              <a:ext cx="2667000" cy="11547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6934200" y="3810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162800" y="3962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391400" y="3657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620000" y="3429000"/>
              <a:ext cx="22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48600" y="3962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77200" y="3657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305800" y="3810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448928" y="2209800"/>
            <a:ext cx="2695072" cy="1066800"/>
            <a:chOff x="6448928" y="2057400"/>
            <a:chExt cx="2695072" cy="1066800"/>
          </a:xfrm>
        </p:grpSpPr>
        <p:pic>
          <p:nvPicPr>
            <p:cNvPr id="91138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48928" y="2057400"/>
              <a:ext cx="2695072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Box 22"/>
            <p:cNvSpPr txBox="1"/>
            <p:nvPr/>
          </p:nvSpPr>
          <p:spPr>
            <a:xfrm>
              <a:off x="7010400" y="2667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39000" y="2819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467600" y="2514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696200" y="2362200"/>
              <a:ext cx="228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924800" y="28194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153400" y="25146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382000" y="26670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</a:t>
              </a:r>
            </a:p>
          </p:txBody>
        </p:sp>
      </p:grp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477000" y="4953000"/>
            <a:ext cx="2667000" cy="1371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3D4BC63D-2C22-42B9-A164-22C22636793E}"/>
              </a:ext>
            </a:extLst>
          </p:cNvPr>
          <p:cNvSpPr txBox="1"/>
          <p:nvPr/>
        </p:nvSpPr>
        <p:spPr>
          <a:xfrm>
            <a:off x="6896100" y="6290101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of signals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</a:t>
            </a:r>
            <a:r>
              <a:rPr lang="en-US" dirty="0" err="1"/>
              <a:t>v.s</a:t>
            </a:r>
            <a:r>
              <a:rPr lang="en-US" dirty="0"/>
              <a:t>. odd</a:t>
            </a:r>
          </a:p>
          <a:p>
            <a:pPr lvl="1"/>
            <a:r>
              <a:rPr lang="en-US" dirty="0"/>
              <a:t>x(t) is an </a:t>
            </a:r>
            <a:r>
              <a:rPr lang="en-US" dirty="0">
                <a:solidFill>
                  <a:srgbClr val="FF0000"/>
                </a:solidFill>
              </a:rPr>
              <a:t>even signal</a:t>
            </a:r>
            <a:r>
              <a:rPr lang="en-US" dirty="0"/>
              <a:t> if:</a:t>
            </a:r>
          </a:p>
          <a:p>
            <a:pPr lvl="2"/>
            <a:r>
              <a:rPr lang="en-US" dirty="0"/>
              <a:t>E.g. </a:t>
            </a:r>
          </a:p>
          <a:p>
            <a:pPr lvl="1"/>
            <a:r>
              <a:rPr lang="en-US" dirty="0"/>
              <a:t>x(t) is an </a:t>
            </a:r>
            <a:r>
              <a:rPr lang="en-US" dirty="0">
                <a:solidFill>
                  <a:srgbClr val="FF0000"/>
                </a:solidFill>
              </a:rPr>
              <a:t>odd signal</a:t>
            </a:r>
            <a:r>
              <a:rPr lang="en-US" dirty="0"/>
              <a:t> if:</a:t>
            </a:r>
          </a:p>
          <a:p>
            <a:pPr lvl="2"/>
            <a:r>
              <a:rPr lang="en-US" dirty="0"/>
              <a:t>E.g. </a:t>
            </a:r>
          </a:p>
          <a:p>
            <a:pPr lvl="1"/>
            <a:r>
              <a:rPr lang="en-US" dirty="0"/>
              <a:t>Some signals are neither even, nor odd</a:t>
            </a:r>
          </a:p>
          <a:p>
            <a:pPr lvl="2"/>
            <a:r>
              <a:rPr lang="en-US" dirty="0"/>
              <a:t>E.g. </a:t>
            </a:r>
          </a:p>
          <a:p>
            <a:pPr lvl="1"/>
            <a:r>
              <a:rPr lang="en-US" dirty="0"/>
              <a:t>Any signal can be decomposed as the sum of an even signal and odd signal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r>
              <a:rPr lang="en-US" dirty="0"/>
              <a:t>proof</a:t>
            </a:r>
          </a:p>
        </p:txBody>
      </p:sp>
      <p:sp>
        <p:nvSpPr>
          <p:cNvPr id="5" name="Rectangle 2"/>
          <p:cNvSpPr txBox="1"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SIGNALS: EVEN V.S.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 ODD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590800" y="2895600"/>
          <a:ext cx="9334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3" imgW="545760" imgH="228600" progId="Equation.3">
                  <p:embed/>
                </p:oleObj>
              </mc:Choice>
              <mc:Fallback>
                <p:oleObj name="Equation" r:id="rId3" imgW="545760" imgH="228600" progId="Equation.3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895600"/>
                        <a:ext cx="933450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/>
        </p:nvGraphicFramePr>
        <p:xfrm>
          <a:off x="2362200" y="1600200"/>
          <a:ext cx="14970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Equation" r:id="rId5" imgW="876240" imgH="203040" progId="Equation.3">
                  <p:embed/>
                </p:oleObj>
              </mc:Choice>
              <mc:Fallback>
                <p:oleObj name="Equation" r:id="rId5" imgW="876240" imgH="203040" progId="Equation.3">
                  <p:embed/>
                  <p:pic>
                    <p:nvPicPr>
                      <p:cNvPr id="921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00200"/>
                        <a:ext cx="1497012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5" name="Object 5"/>
          <p:cNvGraphicFramePr>
            <a:graphicFrameLocks noChangeAspect="1"/>
          </p:cNvGraphicFramePr>
          <p:nvPr/>
        </p:nvGraphicFramePr>
        <p:xfrm>
          <a:off x="2362200" y="2209800"/>
          <a:ext cx="14541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Equation" r:id="rId7" imgW="850680" imgH="203040" progId="Equation.3">
                  <p:embed/>
                </p:oleObj>
              </mc:Choice>
              <mc:Fallback>
                <p:oleObj name="Equation" r:id="rId7" imgW="850680" imgH="203040" progId="Equation.3">
                  <p:embed/>
                  <p:pic>
                    <p:nvPicPr>
                      <p:cNvPr id="921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209800"/>
                        <a:ext cx="14541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6" name="Object 6"/>
          <p:cNvGraphicFramePr>
            <a:graphicFrameLocks noChangeAspect="1"/>
          </p:cNvGraphicFramePr>
          <p:nvPr/>
        </p:nvGraphicFramePr>
        <p:xfrm>
          <a:off x="4495800" y="2895600"/>
          <a:ext cx="206216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Equation" r:id="rId9" imgW="1206360" imgH="203040" progId="Equation.3">
                  <p:embed/>
                </p:oleObj>
              </mc:Choice>
              <mc:Fallback>
                <p:oleObj name="Equation" r:id="rId9" imgW="1206360" imgH="203040" progId="Equation.3">
                  <p:embed/>
                  <p:pic>
                    <p:nvPicPr>
                      <p:cNvPr id="921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895600"/>
                        <a:ext cx="2062162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/>
        </p:nvGraphicFramePr>
        <p:xfrm>
          <a:off x="3886200" y="1295400"/>
          <a:ext cx="1219200" cy="319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Equation" r:id="rId11" imgW="774360" imgH="203040" progId="Equation.3">
                  <p:embed/>
                </p:oleObj>
              </mc:Choice>
              <mc:Fallback>
                <p:oleObj name="Equation" r:id="rId11" imgW="774360" imgH="203040" progId="Equation.3">
                  <p:embed/>
                  <p:pic>
                    <p:nvPicPr>
                      <p:cNvPr id="921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295400"/>
                        <a:ext cx="1219200" cy="31907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8" name="Object 8"/>
          <p:cNvGraphicFramePr>
            <a:graphicFrameLocks noChangeAspect="1"/>
          </p:cNvGraphicFramePr>
          <p:nvPr/>
        </p:nvGraphicFramePr>
        <p:xfrm>
          <a:off x="3962400" y="1981200"/>
          <a:ext cx="1358900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13" imgW="863280" imgH="203040" progId="Equation.3">
                  <p:embed/>
                </p:oleObj>
              </mc:Choice>
              <mc:Fallback>
                <p:oleObj name="Equation" r:id="rId13" imgW="863280" imgH="203040" progId="Equation.3">
                  <p:embed/>
                  <p:pic>
                    <p:nvPicPr>
                      <p:cNvPr id="921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81200"/>
                        <a:ext cx="1358900" cy="3190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48000" y="4191000"/>
            <a:ext cx="638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odd</a:t>
            </a:r>
          </a:p>
        </p:txBody>
      </p:sp>
      <p:graphicFrame>
        <p:nvGraphicFramePr>
          <p:cNvPr id="92171" name="Object 11"/>
          <p:cNvGraphicFramePr>
            <a:graphicFrameLocks noChangeAspect="1"/>
          </p:cNvGraphicFramePr>
          <p:nvPr/>
        </p:nvGraphicFramePr>
        <p:xfrm>
          <a:off x="3105150" y="3733800"/>
          <a:ext cx="203993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15" imgW="1193760" imgH="228600" progId="Equation.3">
                  <p:embed/>
                </p:oleObj>
              </mc:Choice>
              <mc:Fallback>
                <p:oleObj name="Equation" r:id="rId15" imgW="1193760" imgH="228600" progId="Equation.3">
                  <p:embed/>
                  <p:pic>
                    <p:nvPicPr>
                      <p:cNvPr id="921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3733800"/>
                        <a:ext cx="2039938" cy="3889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Straight Arrow Connector 28"/>
          <p:cNvCxnSpPr/>
          <p:nvPr/>
        </p:nvCxnSpPr>
        <p:spPr>
          <a:xfrm rot="10800000">
            <a:off x="4800600" y="4038600"/>
            <a:ext cx="381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505200" y="4114800"/>
            <a:ext cx="4572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72" name="Picture 12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048000" y="4572000"/>
            <a:ext cx="2438400" cy="562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SIGNALS: EVEN V.S. ODD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Find the even and odd decomposition of the following signal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545872"/>
              </p:ext>
            </p:extLst>
          </p:nvPr>
        </p:nvGraphicFramePr>
        <p:xfrm>
          <a:off x="3349625" y="1854200"/>
          <a:ext cx="8572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3" imgW="545760" imgH="228600" progId="Equation.3">
                  <p:embed/>
                </p:oleObj>
              </mc:Choice>
              <mc:Fallback>
                <p:oleObj name="Equation" r:id="rId3" imgW="545760" imgH="2286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1854200"/>
                        <a:ext cx="857250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2500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Find the even and odd decomposition of the following signal</a:t>
            </a:r>
          </a:p>
          <a:p>
            <a:pPr lvl="1"/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810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SIGNALS: EVEN V.S. ODD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888721"/>
              </p:ext>
            </p:extLst>
          </p:nvPr>
        </p:nvGraphicFramePr>
        <p:xfrm>
          <a:off x="2362200" y="1676400"/>
          <a:ext cx="2833687" cy="714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4" imgW="1803240" imgH="457200" progId="Equation.3">
                  <p:embed/>
                </p:oleObj>
              </mc:Choice>
              <mc:Fallback>
                <p:oleObj name="Equation" r:id="rId4" imgW="1803240" imgH="45720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676400"/>
                        <a:ext cx="2833687" cy="714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Periodic signal </a:t>
            </a:r>
            <a:r>
              <a:rPr lang="en-US" dirty="0" err="1"/>
              <a:t>v.s</a:t>
            </a:r>
            <a:r>
              <a:rPr lang="en-US" dirty="0"/>
              <a:t>. </a:t>
            </a:r>
            <a:r>
              <a:rPr lang="en-US" dirty="0" err="1"/>
              <a:t>aperiodic</a:t>
            </a:r>
            <a:r>
              <a:rPr lang="en-US" dirty="0"/>
              <a:t> signal</a:t>
            </a:r>
          </a:p>
          <a:p>
            <a:pPr lvl="1"/>
            <a:r>
              <a:rPr lang="en-US" dirty="0"/>
              <a:t>An analog signal is periodic if</a:t>
            </a:r>
          </a:p>
          <a:p>
            <a:pPr lvl="2"/>
            <a:r>
              <a:rPr lang="en-US" dirty="0"/>
              <a:t>There is a positive real value </a:t>
            </a:r>
            <a:r>
              <a:rPr lang="en-US" i="1" dirty="0"/>
              <a:t>T</a:t>
            </a:r>
            <a:r>
              <a:rPr lang="en-US" dirty="0"/>
              <a:t> such that</a:t>
            </a:r>
          </a:p>
          <a:p>
            <a:pPr lvl="2"/>
            <a:r>
              <a:rPr lang="en-US" dirty="0"/>
              <a:t>It is defined for all possible values of t,                              (why?)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Fundamental period     : the smallest positive integer     that satisfies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E.g.</a:t>
            </a:r>
          </a:p>
          <a:p>
            <a:pPr lvl="2"/>
            <a:endParaRPr lang="en-US" dirty="0"/>
          </a:p>
          <a:p>
            <a:pPr lvl="3"/>
            <a:r>
              <a:rPr lang="en-US" dirty="0"/>
              <a:t>So      is a period of s(t), but it is not the fundamental period of s(t)</a:t>
            </a:r>
            <a:endParaRPr lang="en-US" i="1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810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SIGNALS: PERIODIC V.S. APERIODIC</a:t>
            </a:r>
          </a:p>
        </p:txBody>
      </p:sp>
      <p:graphicFrame>
        <p:nvGraphicFramePr>
          <p:cNvPr id="94211" name="Object 3"/>
          <p:cNvGraphicFramePr>
            <a:graphicFrameLocks noChangeAspect="1"/>
          </p:cNvGraphicFramePr>
          <p:nvPr/>
        </p:nvGraphicFramePr>
        <p:xfrm>
          <a:off x="5715000" y="1524000"/>
          <a:ext cx="16510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Equation" r:id="rId4" imgW="965160" imgH="203040" progId="Equation.3">
                  <p:embed/>
                </p:oleObj>
              </mc:Choice>
              <mc:Fallback>
                <p:oleObj name="Equation" r:id="rId4" imgW="965160" imgH="203040" progId="Equation.3">
                  <p:embed/>
                  <p:pic>
                    <p:nvPicPr>
                      <p:cNvPr id="942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524000"/>
                        <a:ext cx="1651000" cy="3460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5715000" y="1981200"/>
          <a:ext cx="1258887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Equation" r:id="rId6" imgW="736560" imgH="164880" progId="Equation.3">
                  <p:embed/>
                </p:oleObj>
              </mc:Choice>
              <mc:Fallback>
                <p:oleObj name="Equation" r:id="rId6" imgW="736560" imgH="164880" progId="Equation.3">
                  <p:embed/>
                  <p:pic>
                    <p:nvPicPr>
                      <p:cNvPr id="942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1981200"/>
                        <a:ext cx="1258887" cy="2809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3" name="Object 5"/>
          <p:cNvGraphicFramePr>
            <a:graphicFrameLocks noChangeAspect="1"/>
          </p:cNvGraphicFramePr>
          <p:nvPr/>
        </p:nvGraphicFramePr>
        <p:xfrm>
          <a:off x="3352800" y="2590800"/>
          <a:ext cx="228600" cy="316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Equation" r:id="rId8" imgW="164880" imgH="228600" progId="Equation.3">
                  <p:embed/>
                </p:oleObj>
              </mc:Choice>
              <mc:Fallback>
                <p:oleObj name="Equation" r:id="rId8" imgW="164880" imgH="228600" progId="Equation.3">
                  <p:embed/>
                  <p:pic>
                    <p:nvPicPr>
                      <p:cNvPr id="942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590800"/>
                        <a:ext cx="228600" cy="31642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3733800" y="2819400"/>
          <a:ext cx="171608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Equation" r:id="rId10" imgW="1002960" imgH="228600" progId="Equation.3">
                  <p:embed/>
                </p:oleObj>
              </mc:Choice>
              <mc:Fallback>
                <p:oleObj name="Equation" r:id="rId10" imgW="1002960" imgH="228600" progId="Equation.3">
                  <p:embed/>
                  <p:pic>
                    <p:nvPicPr>
                      <p:cNvPr id="942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2819400"/>
                        <a:ext cx="1716088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2514600" y="3581400"/>
          <a:ext cx="70326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" name="Equation" r:id="rId12" imgW="507960" imgH="228600" progId="Equation.3">
                  <p:embed/>
                </p:oleObj>
              </mc:Choice>
              <mc:Fallback>
                <p:oleObj name="Equation" r:id="rId12" imgW="507960" imgH="228600" progId="Equation.3">
                  <p:embed/>
                  <p:pic>
                    <p:nvPicPr>
                      <p:cNvPr id="942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581400"/>
                        <a:ext cx="703262" cy="3159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2438400" y="3886200"/>
          <a:ext cx="2819400" cy="35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7" name="Equation" r:id="rId14" imgW="1803240" imgH="228600" progId="Equation.3">
                  <p:embed/>
                </p:oleObj>
              </mc:Choice>
              <mc:Fallback>
                <p:oleObj name="Equation" r:id="rId14" imgW="1803240" imgH="228600" progId="Equation.3">
                  <p:embed/>
                  <p:pic>
                    <p:nvPicPr>
                      <p:cNvPr id="942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0"/>
                        <a:ext cx="2819400" cy="3555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9" name="Object 11"/>
          <p:cNvGraphicFramePr>
            <a:graphicFrameLocks noChangeAspect="1"/>
          </p:cNvGraphicFramePr>
          <p:nvPr/>
        </p:nvGraphicFramePr>
        <p:xfrm>
          <a:off x="2590800" y="4267200"/>
          <a:ext cx="211137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name="Equation" r:id="rId16" imgW="152280" imgH="215640" progId="Equation.3">
                  <p:embed/>
                </p:oleObj>
              </mc:Choice>
              <mc:Fallback>
                <p:oleObj name="Equation" r:id="rId16" imgW="152280" imgH="215640" progId="Equation.3">
                  <p:embed/>
                  <p:pic>
                    <p:nvPicPr>
                      <p:cNvPr id="942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267200"/>
                        <a:ext cx="211137" cy="2984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689214"/>
              </p:ext>
            </p:extLst>
          </p:nvPr>
        </p:nvGraphicFramePr>
        <p:xfrm>
          <a:off x="6248400" y="2590800"/>
          <a:ext cx="2825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name="Equation" r:id="rId18" imgW="164880" imgH="228600" progId="Equation.3">
                  <p:embed/>
                </p:oleObj>
              </mc:Choice>
              <mc:Fallback>
                <p:oleObj name="Equation" r:id="rId18" imgW="164880" imgH="228600" progId="Equation.3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590800"/>
                        <a:ext cx="2825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Find the period of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Amplitude: A</a:t>
            </a:r>
          </a:p>
          <a:p>
            <a:pPr lvl="1"/>
            <a:r>
              <a:rPr lang="en-US" dirty="0"/>
              <a:t>Angular frequency:</a:t>
            </a:r>
          </a:p>
          <a:p>
            <a:pPr lvl="1"/>
            <a:r>
              <a:rPr lang="en-US" dirty="0"/>
              <a:t>Initial phase:</a:t>
            </a:r>
          </a:p>
          <a:p>
            <a:pPr lvl="1"/>
            <a:r>
              <a:rPr lang="en-US" dirty="0"/>
              <a:t>Period:</a:t>
            </a:r>
          </a:p>
          <a:p>
            <a:pPr lvl="1"/>
            <a:r>
              <a:rPr lang="en-US" dirty="0"/>
              <a:t>Linear frequency:     </a:t>
            </a:r>
          </a:p>
        </p:txBody>
      </p:sp>
      <p:graphicFrame>
        <p:nvGraphicFramePr>
          <p:cNvPr id="104450" name="Object 2"/>
          <p:cNvGraphicFramePr>
            <a:graphicFrameLocks noChangeAspect="1"/>
          </p:cNvGraphicFramePr>
          <p:nvPr/>
        </p:nvGraphicFramePr>
        <p:xfrm>
          <a:off x="3276600" y="1219200"/>
          <a:ext cx="22161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Equation" r:id="rId3" imgW="1295280" imgH="228600" progId="Equation.3">
                  <p:embed/>
                </p:oleObj>
              </mc:Choice>
              <mc:Fallback>
                <p:oleObj name="Equation" r:id="rId3" imgW="1295280" imgH="228600" progId="Equation.3">
                  <p:embed/>
                  <p:pic>
                    <p:nvPicPr>
                      <p:cNvPr id="1044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219200"/>
                        <a:ext cx="2216150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1" name="Object 3"/>
          <p:cNvGraphicFramePr>
            <a:graphicFrameLocks noChangeAspect="1"/>
          </p:cNvGraphicFramePr>
          <p:nvPr/>
        </p:nvGraphicFramePr>
        <p:xfrm>
          <a:off x="6324600" y="1219200"/>
          <a:ext cx="1258888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5" name="Equation" r:id="rId5" imgW="736560" imgH="164880" progId="Equation.3">
                  <p:embed/>
                </p:oleObj>
              </mc:Choice>
              <mc:Fallback>
                <p:oleObj name="Equation" r:id="rId5" imgW="736560" imgH="164880" progId="Equation.3">
                  <p:embed/>
                  <p:pic>
                    <p:nvPicPr>
                      <p:cNvPr id="1044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219200"/>
                        <a:ext cx="1258888" cy="280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2" name="Object 4"/>
          <p:cNvGraphicFramePr>
            <a:graphicFrameLocks noChangeAspect="1"/>
          </p:cNvGraphicFramePr>
          <p:nvPr/>
        </p:nvGraphicFramePr>
        <p:xfrm>
          <a:off x="3352800" y="4191000"/>
          <a:ext cx="36988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6" name="Equation" r:id="rId7" imgW="215640" imgH="228600" progId="Equation.3">
                  <p:embed/>
                </p:oleObj>
              </mc:Choice>
              <mc:Fallback>
                <p:oleObj name="Equation" r:id="rId7" imgW="215640" imgH="228600" progId="Equation.3">
                  <p:embed/>
                  <p:pic>
                    <p:nvPicPr>
                      <p:cNvPr id="1044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191000"/>
                        <a:ext cx="369887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Object 5"/>
          <p:cNvGraphicFramePr>
            <a:graphicFrameLocks noChangeAspect="1"/>
          </p:cNvGraphicFramePr>
          <p:nvPr/>
        </p:nvGraphicFramePr>
        <p:xfrm>
          <a:off x="2743200" y="4572000"/>
          <a:ext cx="239712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Equation" r:id="rId9" imgW="139680" imgH="177480" progId="Equation.3">
                  <p:embed/>
                </p:oleObj>
              </mc:Choice>
              <mc:Fallback>
                <p:oleObj name="Equation" r:id="rId9" imgW="139680" imgH="177480" progId="Equation.3">
                  <p:embed/>
                  <p:pic>
                    <p:nvPicPr>
                      <p:cNvPr id="1044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0"/>
                        <a:ext cx="239712" cy="303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/>
          <p:cNvGraphicFramePr>
            <a:graphicFrameLocks noChangeAspect="1"/>
          </p:cNvGraphicFramePr>
          <p:nvPr/>
        </p:nvGraphicFramePr>
        <p:xfrm>
          <a:off x="2144713" y="4876800"/>
          <a:ext cx="5016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8" name="Equation" r:id="rId11" imgW="291960" imgH="228600" progId="Equation.3">
                  <p:embed/>
                </p:oleObj>
              </mc:Choice>
              <mc:Fallback>
                <p:oleObj name="Equation" r:id="rId11" imgW="291960" imgH="228600" progId="Equation.3">
                  <p:embed/>
                  <p:pic>
                    <p:nvPicPr>
                      <p:cNvPr id="1044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13" y="4876800"/>
                        <a:ext cx="501650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/>
          <p:cNvGraphicFramePr>
            <a:graphicFrameLocks noChangeAspect="1"/>
          </p:cNvGraphicFramePr>
          <p:nvPr/>
        </p:nvGraphicFramePr>
        <p:xfrm>
          <a:off x="3114675" y="5181600"/>
          <a:ext cx="52228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name="Equation" r:id="rId13" imgW="304560" imgH="228600" progId="Equation.3">
                  <p:embed/>
                </p:oleObj>
              </mc:Choice>
              <mc:Fallback>
                <p:oleObj name="Equation" r:id="rId13" imgW="304560" imgH="228600" progId="Equation.3">
                  <p:embed/>
                  <p:pic>
                    <p:nvPicPr>
                      <p:cNvPr id="1044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75" y="5181600"/>
                        <a:ext cx="522288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sz="2000" dirty="0"/>
              <a:t>SIGNALS: PERIODIC V.S. APERIODIC </a:t>
            </a:r>
          </a:p>
        </p:txBody>
      </p:sp>
      <p:sp>
        <p:nvSpPr>
          <p:cNvPr id="11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dirty="0"/>
              <a:t>SIGNALS: PERIODIC V.S. APERIODIC </a:t>
            </a:r>
          </a:p>
        </p:txBody>
      </p:sp>
      <p:sp>
        <p:nvSpPr>
          <p:cNvPr id="61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1295400"/>
          </a:xfrm>
        </p:spPr>
        <p:txBody>
          <a:bodyPr/>
          <a:lstStyle/>
          <a:p>
            <a:pPr eaLnBrk="1" hangingPunct="1"/>
            <a:r>
              <a:rPr lang="en-US"/>
              <a:t>Complex exponential signal</a:t>
            </a:r>
          </a:p>
          <a:p>
            <a:pPr lvl="1" eaLnBrk="1" hangingPunct="1"/>
            <a:r>
              <a:rPr lang="en-US"/>
              <a:t>Euler formula:</a:t>
            </a:r>
          </a:p>
          <a:p>
            <a:pPr lvl="1" eaLnBrk="1" hangingPunct="1"/>
            <a:r>
              <a:rPr lang="en-US"/>
              <a:t>Complex exponential signal </a:t>
            </a:r>
          </a:p>
          <a:p>
            <a:pPr lvl="1" eaLnBrk="1" hangingPunct="1"/>
            <a:endParaRPr lang="en-US"/>
          </a:p>
          <a:p>
            <a:pPr lvl="1" eaLnBrk="1" hangingPunct="1"/>
            <a:endParaRPr lang="en-US"/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3352800" y="1219200"/>
          <a:ext cx="23034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quation" r:id="rId3" imgW="1346040" imgH="228600" progId="Equation.3">
                  <p:embed/>
                </p:oleObj>
              </mc:Choice>
              <mc:Fallback>
                <p:oleObj name="Equation" r:id="rId3" imgW="1346040" imgH="228600" progId="Equation.3">
                  <p:embed/>
                  <p:pic>
                    <p:nvPicPr>
                      <p:cNvPr id="614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219200"/>
                        <a:ext cx="2303463" cy="3889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/>
          <p:cNvGraphicFramePr>
            <a:graphicFrameLocks noChangeAspect="1"/>
          </p:cNvGraphicFramePr>
          <p:nvPr/>
        </p:nvGraphicFramePr>
        <p:xfrm>
          <a:off x="2667000" y="2057400"/>
          <a:ext cx="2854325" cy="397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quation" r:id="rId5" imgW="1726920" imgH="241200" progId="Equation.3">
                  <p:embed/>
                </p:oleObj>
              </mc:Choice>
              <mc:Fallback>
                <p:oleObj name="Equation" r:id="rId5" imgW="1726920" imgH="241200" progId="Equation.3">
                  <p:embed/>
                  <p:pic>
                    <p:nvPicPr>
                      <p:cNvPr id="614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057400"/>
                        <a:ext cx="2854325" cy="397286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8" name="Rectangle 7"/>
          <p:cNvSpPr>
            <a:spLocks noChangeArrowheads="1"/>
          </p:cNvSpPr>
          <p:nvPr/>
        </p:nvSpPr>
        <p:spPr bwMode="auto">
          <a:xfrm>
            <a:off x="571500" y="26543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Complex exponential signal is periodic with period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000" b="0" dirty="0"/>
              <a:t>	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</p:txBody>
      </p:sp>
      <p:graphicFrame>
        <p:nvGraphicFramePr>
          <p:cNvPr id="6148" name="Object 8"/>
          <p:cNvGraphicFramePr>
            <a:graphicFrameLocks noChangeAspect="1"/>
          </p:cNvGraphicFramePr>
          <p:nvPr/>
        </p:nvGraphicFramePr>
        <p:xfrm>
          <a:off x="6781800" y="2590800"/>
          <a:ext cx="8255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Equation" r:id="rId7" imgW="533160" imgH="431640" progId="Equation.3">
                  <p:embed/>
                </p:oleObj>
              </mc:Choice>
              <mc:Fallback>
                <p:oleObj name="Equation" r:id="rId7" imgW="533160" imgH="431640" progId="Equation.3">
                  <p:embed/>
                  <p:pic>
                    <p:nvPicPr>
                      <p:cNvPr id="61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590800"/>
                        <a:ext cx="825500" cy="6667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Rectangle 9"/>
          <p:cNvSpPr>
            <a:spLocks noChangeArrowheads="1"/>
          </p:cNvSpPr>
          <p:nvPr/>
        </p:nvSpPr>
        <p:spPr bwMode="auto">
          <a:xfrm>
            <a:off x="609600" y="3200400"/>
            <a:ext cx="7772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0" lvl="2" indent="-228600">
              <a:spcBef>
                <a:spcPct val="20000"/>
              </a:spcBef>
              <a:buFontTx/>
              <a:buChar char="•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Proof: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000" b="0" dirty="0"/>
              <a:t>	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</p:txBody>
      </p:sp>
      <p:sp>
        <p:nvSpPr>
          <p:cNvPr id="144399" name="Text Box 15"/>
          <p:cNvSpPr txBox="1">
            <a:spLocks noChangeArrowheads="1"/>
          </p:cNvSpPr>
          <p:nvPr/>
        </p:nvSpPr>
        <p:spPr bwMode="auto">
          <a:xfrm>
            <a:off x="360363" y="5426075"/>
            <a:ext cx="6250429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Complex exponential signal has same period as sinusoidal signal!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4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9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14"/>
          <p:cNvSpPr>
            <a:spLocks noChangeArrowheads="1"/>
          </p:cNvSpPr>
          <p:nvPr/>
        </p:nvSpPr>
        <p:spPr bwMode="auto">
          <a:xfrm>
            <a:off x="685800" y="4572000"/>
            <a:ext cx="7772400" cy="1828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sum of two periodic signals is periodic if and only if the ratio of the two periods can be expressed as a rational number.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0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00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period of the sum signal is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1800" b="0" dirty="0"/>
              <a:t>	</a:t>
            </a:r>
            <a:endParaRPr lang="en-US" sz="1800" b="0" i="1" dirty="0"/>
          </a:p>
        </p:txBody>
      </p:sp>
      <p:sp>
        <p:nvSpPr>
          <p:cNvPr id="71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dirty="0"/>
              <a:t>SIGNALS: PERIODIC V.S. APERIODIC </a:t>
            </a:r>
          </a:p>
        </p:txBody>
      </p:sp>
      <p:sp>
        <p:nvSpPr>
          <p:cNvPr id="71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2578100"/>
          </a:xfrm>
        </p:spPr>
        <p:txBody>
          <a:bodyPr/>
          <a:lstStyle/>
          <a:p>
            <a:pPr eaLnBrk="1" hangingPunct="1"/>
            <a:r>
              <a:rPr lang="en-US" dirty="0"/>
              <a:t>The sum of two periodic signals</a:t>
            </a:r>
          </a:p>
          <a:p>
            <a:pPr lvl="1" eaLnBrk="1" hangingPunct="1"/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has a period</a:t>
            </a:r>
          </a:p>
          <a:p>
            <a:pPr lvl="1" eaLnBrk="1" hangingPunct="1"/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has a period</a:t>
            </a:r>
          </a:p>
          <a:p>
            <a:pPr lvl="1" eaLnBrk="1" hangingPunct="1"/>
            <a:r>
              <a:rPr lang="en-US" dirty="0"/>
              <a:t>Define  </a:t>
            </a:r>
            <a:r>
              <a:rPr lang="en-US" i="1" dirty="0"/>
              <a:t>z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= </a:t>
            </a:r>
            <a:r>
              <a:rPr lang="en-US" i="1" dirty="0"/>
              <a:t>a 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+ </a:t>
            </a:r>
            <a:r>
              <a:rPr lang="en-US" i="1" dirty="0"/>
              <a:t>b 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</a:p>
          <a:p>
            <a:pPr lvl="1" eaLnBrk="1" hangingPunct="1"/>
            <a:r>
              <a:rPr lang="en-US" dirty="0"/>
              <a:t>Is </a:t>
            </a:r>
            <a:r>
              <a:rPr lang="en-US" i="1" dirty="0"/>
              <a:t>z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periodic?</a:t>
            </a:r>
          </a:p>
          <a:p>
            <a:pPr lvl="1" eaLnBrk="1" hangingPunct="1">
              <a:buFontTx/>
              <a:buNone/>
            </a:pPr>
            <a:r>
              <a:rPr lang="en-US" dirty="0"/>
              <a:t>	</a:t>
            </a:r>
            <a:endParaRPr lang="en-US" i="1" dirty="0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2057400" y="5334000"/>
          <a:ext cx="7810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Equation" r:id="rId3" imgW="457200" imgH="431640" progId="Equation.3">
                  <p:embed/>
                </p:oleObj>
              </mc:Choice>
              <mc:Fallback>
                <p:oleObj name="Equation" r:id="rId3" imgW="457200" imgH="431640" progId="Equation.3">
                  <p:embed/>
                  <p:pic>
                    <p:nvPicPr>
                      <p:cNvPr id="71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334000"/>
                        <a:ext cx="781050" cy="7334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5"/>
          <p:cNvGraphicFramePr>
            <a:graphicFrameLocks noChangeAspect="1"/>
          </p:cNvGraphicFramePr>
          <p:nvPr/>
        </p:nvGraphicFramePr>
        <p:xfrm>
          <a:off x="3048000" y="1600200"/>
          <a:ext cx="28098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name="Equation" r:id="rId5" imgW="164880" imgH="215640" progId="Equation.3">
                  <p:embed/>
                </p:oleObj>
              </mc:Choice>
              <mc:Fallback>
                <p:oleObj name="Equation" r:id="rId5" imgW="164880" imgH="215640" progId="Equation.3">
                  <p:embed/>
                  <p:pic>
                    <p:nvPicPr>
                      <p:cNvPr id="717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600200"/>
                        <a:ext cx="280987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6"/>
          <p:cNvGraphicFramePr>
            <a:graphicFrameLocks noChangeAspect="1"/>
          </p:cNvGraphicFramePr>
          <p:nvPr/>
        </p:nvGraphicFramePr>
        <p:xfrm>
          <a:off x="2362200" y="2667000"/>
          <a:ext cx="287178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2" name="Equation" r:id="rId7" imgW="1854000" imgH="203040" progId="Equation.3">
                  <p:embed/>
                </p:oleObj>
              </mc:Choice>
              <mc:Fallback>
                <p:oleObj name="Equation" r:id="rId7" imgW="1854000" imgH="203040" progId="Equation.3">
                  <p:embed/>
                  <p:pic>
                    <p:nvPicPr>
                      <p:cNvPr id="717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667000"/>
                        <a:ext cx="2871787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09600" y="2971799"/>
            <a:ext cx="7772400" cy="1476375"/>
            <a:chOff x="360" y="1936"/>
            <a:chExt cx="4896" cy="930"/>
          </a:xfrm>
        </p:grpSpPr>
        <p:sp>
          <p:nvSpPr>
            <p:cNvPr id="7187" name="Rectangle 8"/>
            <p:cNvSpPr>
              <a:spLocks noChangeArrowheads="1"/>
            </p:cNvSpPr>
            <p:nvPr/>
          </p:nvSpPr>
          <p:spPr bwMode="auto">
            <a:xfrm>
              <a:off x="360" y="1936"/>
              <a:ext cx="4896" cy="7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1143000" lvl="2" indent="-228600">
                <a:spcBef>
                  <a:spcPct val="20000"/>
                </a:spcBef>
                <a:buFontTx/>
                <a:buChar char="•"/>
              </a:pP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In order to have 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=x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2000" b="0" i="1" dirty="0" err="1">
                  <a:latin typeface="Times New Roman" pitchFamily="18" charset="0"/>
                  <a:cs typeface="Times New Roman" pitchFamily="18" charset="0"/>
                </a:rPr>
                <a:t>t+T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), 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T 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must satisfy</a:t>
              </a:r>
            </a:p>
            <a:p>
              <a:pPr marL="1143000" lvl="2" indent="-228600">
                <a:spcBef>
                  <a:spcPct val="20000"/>
                </a:spcBef>
                <a:buFontTx/>
                <a:buChar char="•"/>
              </a:pP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In order to have 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=y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en-US" sz="2000" b="0" i="1" dirty="0" err="1">
                  <a:latin typeface="Times New Roman" pitchFamily="18" charset="0"/>
                  <a:cs typeface="Times New Roman" pitchFamily="18" charset="0"/>
                </a:rPr>
                <a:t>t+T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), </a:t>
              </a:r>
              <a:r>
                <a:rPr lang="en-US" sz="2000" b="0" i="1" dirty="0"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 must satisfy</a:t>
              </a:r>
            </a:p>
            <a:p>
              <a:pPr marL="1143000" lvl="2" indent="-228600">
                <a:spcBef>
                  <a:spcPct val="20000"/>
                </a:spcBef>
                <a:buFontTx/>
                <a:buChar char="•"/>
              </a:pPr>
              <a:r>
                <a:rPr lang="en-US" sz="2000" b="0" dirty="0">
                  <a:latin typeface="Times New Roman" pitchFamily="18" charset="0"/>
                  <a:cs typeface="Times New Roman" pitchFamily="18" charset="0"/>
                </a:rPr>
                <a:t>Therefore, if  </a:t>
              </a:r>
            </a:p>
          </p:txBody>
        </p:sp>
        <p:graphicFrame>
          <p:nvGraphicFramePr>
            <p:cNvPr id="7174" name="Object 9"/>
            <p:cNvGraphicFramePr>
              <a:graphicFrameLocks noChangeAspect="1"/>
            </p:cNvGraphicFramePr>
            <p:nvPr/>
          </p:nvGraphicFramePr>
          <p:xfrm>
            <a:off x="4040" y="1994"/>
            <a:ext cx="506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3" name="Equation" r:id="rId9" imgW="469800" imgH="215640" progId="Equation.3">
                    <p:embed/>
                  </p:oleObj>
                </mc:Choice>
                <mc:Fallback>
                  <p:oleObj name="Equation" r:id="rId9" imgW="469800" imgH="215640" progId="Equation.3">
                    <p:embed/>
                    <p:pic>
                      <p:nvPicPr>
                        <p:cNvPr id="717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0" y="1994"/>
                          <a:ext cx="506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5" name="Object 10"/>
            <p:cNvGraphicFramePr>
              <a:graphicFrameLocks noChangeAspect="1"/>
            </p:cNvGraphicFramePr>
            <p:nvPr/>
          </p:nvGraphicFramePr>
          <p:xfrm>
            <a:off x="4055" y="2234"/>
            <a:ext cx="492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4" name="Equation" r:id="rId11" imgW="457200" imgH="215640" progId="Equation.3">
                    <p:embed/>
                  </p:oleObj>
                </mc:Choice>
                <mc:Fallback>
                  <p:oleObj name="Equation" r:id="rId11" imgW="457200" imgH="215640" progId="Equation.3">
                    <p:embed/>
                    <p:pic>
                      <p:nvPicPr>
                        <p:cNvPr id="7175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5" y="2234"/>
                          <a:ext cx="492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11"/>
            <p:cNvGraphicFramePr>
              <a:graphicFrameLocks noChangeAspect="1"/>
            </p:cNvGraphicFramePr>
            <p:nvPr/>
          </p:nvGraphicFramePr>
          <p:xfrm>
            <a:off x="2078" y="2466"/>
            <a:ext cx="862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5" name="Equation" r:id="rId13" imgW="799920" imgH="215640" progId="Equation.3">
                    <p:embed/>
                  </p:oleObj>
                </mc:Choice>
                <mc:Fallback>
                  <p:oleObj name="Equation" r:id="rId13" imgW="799920" imgH="215640" progId="Equation.3">
                    <p:embed/>
                    <p:pic>
                      <p:nvPicPr>
                        <p:cNvPr id="717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8" y="2466"/>
                          <a:ext cx="862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7" name="Object 12"/>
            <p:cNvGraphicFramePr>
              <a:graphicFrameLocks noChangeAspect="1"/>
            </p:cNvGraphicFramePr>
            <p:nvPr/>
          </p:nvGraphicFramePr>
          <p:xfrm>
            <a:off x="1176" y="2656"/>
            <a:ext cx="3234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6" name="Equation" r:id="rId15" imgW="3314520" imgH="215640" progId="Equation.3">
                    <p:embed/>
                  </p:oleObj>
                </mc:Choice>
                <mc:Fallback>
                  <p:oleObj name="Equation" r:id="rId15" imgW="3314520" imgH="215640" progId="Equation.3">
                    <p:embed/>
                    <p:pic>
                      <p:nvPicPr>
                        <p:cNvPr id="717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2656"/>
                          <a:ext cx="3234" cy="2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6506" name="Object 5"/>
          <p:cNvGraphicFramePr>
            <a:graphicFrameLocks noChangeAspect="1"/>
          </p:cNvGraphicFramePr>
          <p:nvPr/>
        </p:nvGraphicFramePr>
        <p:xfrm>
          <a:off x="3057525" y="1219200"/>
          <a:ext cx="26035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name="Equation" r:id="rId17" imgW="152280" imgH="215640" progId="Equation.3">
                  <p:embed/>
                </p:oleObj>
              </mc:Choice>
              <mc:Fallback>
                <p:oleObj name="Equation" r:id="rId17" imgW="152280" imgH="215640" progId="Equation.3">
                  <p:embed/>
                  <p:pic>
                    <p:nvPicPr>
                      <p:cNvPr id="10650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1219200"/>
                        <a:ext cx="260350" cy="366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6507" name="Object 4"/>
          <p:cNvGraphicFramePr>
            <a:graphicFrameLocks noChangeAspect="1"/>
          </p:cNvGraphicFramePr>
          <p:nvPr/>
        </p:nvGraphicFramePr>
        <p:xfrm>
          <a:off x="4953000" y="5943600"/>
          <a:ext cx="138906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8" name="Equation" r:id="rId19" imgW="812520" imgH="215640" progId="Equation.3">
                  <p:embed/>
                </p:oleObj>
              </mc:Choice>
              <mc:Fallback>
                <p:oleObj name="Equation" r:id="rId19" imgW="812520" imgH="215640" progId="Equation.3">
                  <p:embed/>
                  <p:pic>
                    <p:nvPicPr>
                      <p:cNvPr id="10650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943600"/>
                        <a:ext cx="1389062" cy="366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546100"/>
          </a:xfrm>
        </p:spPr>
        <p:txBody>
          <a:bodyPr/>
          <a:lstStyle/>
          <a:p>
            <a:pPr eaLnBrk="1" hangingPunct="1"/>
            <a:r>
              <a:rPr lang="en-US"/>
              <a:t>Example</a:t>
            </a:r>
          </a:p>
          <a:p>
            <a:pPr lvl="1" eaLnBrk="1" hangingPunct="1"/>
            <a:endParaRPr lang="en-US"/>
          </a:p>
        </p:txBody>
      </p:sp>
      <p:graphicFrame>
        <p:nvGraphicFramePr>
          <p:cNvPr id="8194" name="Object 4"/>
          <p:cNvGraphicFramePr>
            <a:graphicFrameLocks noChangeAspect="1"/>
          </p:cNvGraphicFramePr>
          <p:nvPr/>
        </p:nvGraphicFramePr>
        <p:xfrm>
          <a:off x="1652588" y="1262063"/>
          <a:ext cx="1395412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Equation" r:id="rId4" imgW="901440" imgH="393480" progId="Equation.3">
                  <p:embed/>
                </p:oleObj>
              </mc:Choice>
              <mc:Fallback>
                <p:oleObj name="Equation" r:id="rId4" imgW="901440" imgH="393480" progId="Equation.3">
                  <p:embed/>
                  <p:pic>
                    <p:nvPicPr>
                      <p:cNvPr id="81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1262063"/>
                        <a:ext cx="1395412" cy="604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5"/>
          <p:cNvGraphicFramePr>
            <a:graphicFrameLocks noChangeAspect="1"/>
          </p:cNvGraphicFramePr>
          <p:nvPr/>
        </p:nvGraphicFramePr>
        <p:xfrm>
          <a:off x="3482975" y="1274763"/>
          <a:ext cx="17494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Equation" r:id="rId6" imgW="1130040" imgH="393480" progId="Equation.3">
                  <p:embed/>
                </p:oleObj>
              </mc:Choice>
              <mc:Fallback>
                <p:oleObj name="Equation" r:id="rId6" imgW="1130040" imgH="393480" progId="Equation.3">
                  <p:embed/>
                  <p:pic>
                    <p:nvPicPr>
                      <p:cNvPr id="81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975" y="1274763"/>
                        <a:ext cx="1749425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6"/>
          <p:cNvGraphicFramePr>
            <a:graphicFrameLocks noChangeAspect="1"/>
          </p:cNvGraphicFramePr>
          <p:nvPr/>
        </p:nvGraphicFramePr>
        <p:xfrm>
          <a:off x="5921375" y="1249363"/>
          <a:ext cx="15716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4" name="Equation" r:id="rId8" imgW="1015920" imgH="393480" progId="Equation.3">
                  <p:embed/>
                </p:oleObj>
              </mc:Choice>
              <mc:Fallback>
                <p:oleObj name="Equation" r:id="rId8" imgW="1015920" imgH="393480" progId="Equation.3">
                  <p:embed/>
                  <p:pic>
                    <p:nvPicPr>
                      <p:cNvPr id="819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1249363"/>
                        <a:ext cx="1571625" cy="606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Rectangle 7"/>
          <p:cNvSpPr>
            <a:spLocks noChangeArrowheads="1"/>
          </p:cNvSpPr>
          <p:nvPr/>
        </p:nvSpPr>
        <p:spPr bwMode="auto">
          <a:xfrm>
            <a:off x="571500" y="1854200"/>
            <a:ext cx="80772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Find the period of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Is                    periodic? If periodic, what is the period? 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Is                     periodic? If periodic, what is the period?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Is                periodic? If periodic, what is the period?</a:t>
            </a:r>
            <a:endParaRPr lang="en-US" sz="2000" b="0" dirty="0"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</p:txBody>
      </p:sp>
      <p:graphicFrame>
        <p:nvGraphicFramePr>
          <p:cNvPr id="8197" name="Object 8"/>
          <p:cNvGraphicFramePr>
            <a:graphicFrameLocks noChangeAspect="1"/>
          </p:cNvGraphicFramePr>
          <p:nvPr/>
        </p:nvGraphicFramePr>
        <p:xfrm>
          <a:off x="3473450" y="1878013"/>
          <a:ext cx="13366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Equation" r:id="rId10" imgW="863280" imgH="203040" progId="Equation.3">
                  <p:embed/>
                </p:oleObj>
              </mc:Choice>
              <mc:Fallback>
                <p:oleObj name="Equation" r:id="rId10" imgW="863280" imgH="203040" progId="Equation.3">
                  <p:embed/>
                  <p:pic>
                    <p:nvPicPr>
                      <p:cNvPr id="819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50" y="1878013"/>
                        <a:ext cx="13366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9"/>
          <p:cNvGraphicFramePr>
            <a:graphicFrameLocks noChangeAspect="1"/>
          </p:cNvGraphicFramePr>
          <p:nvPr/>
        </p:nvGraphicFramePr>
        <p:xfrm>
          <a:off x="1624013" y="2284413"/>
          <a:ext cx="127793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Equation" r:id="rId12" imgW="825480" imgH="203040" progId="Equation.3">
                  <p:embed/>
                </p:oleObj>
              </mc:Choice>
              <mc:Fallback>
                <p:oleObj name="Equation" r:id="rId12" imgW="825480" imgH="203040" progId="Equation.3">
                  <p:embed/>
                  <p:pic>
                    <p:nvPicPr>
                      <p:cNvPr id="819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013" y="2284413"/>
                        <a:ext cx="1277937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10"/>
          <p:cNvGraphicFramePr>
            <a:graphicFrameLocks noChangeAspect="1"/>
          </p:cNvGraphicFramePr>
          <p:nvPr/>
        </p:nvGraphicFramePr>
        <p:xfrm>
          <a:off x="1751013" y="2652713"/>
          <a:ext cx="1022350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" name="Equation" r:id="rId14" imgW="660240" imgH="203040" progId="Equation.3">
                  <p:embed/>
                </p:oleObj>
              </mc:Choice>
              <mc:Fallback>
                <p:oleObj name="Equation" r:id="rId14" imgW="660240" imgH="203040" progId="Equation.3">
                  <p:embed/>
                  <p:pic>
                    <p:nvPicPr>
                      <p:cNvPr id="819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2652713"/>
                        <a:ext cx="1022350" cy="312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6" name="Rectangle 11"/>
          <p:cNvSpPr>
            <a:spLocks noChangeArrowheads="1"/>
          </p:cNvSpPr>
          <p:nvPr/>
        </p:nvSpPr>
        <p:spPr bwMode="auto">
          <a:xfrm>
            <a:off x="584200" y="5435600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Aperiodic</a:t>
            </a: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signal: any signal that is not periodic.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</p:txBody>
      </p:sp>
      <p:graphicFrame>
        <p:nvGraphicFramePr>
          <p:cNvPr id="107528" name="Object 10"/>
          <p:cNvGraphicFramePr>
            <a:graphicFrameLocks noChangeAspect="1"/>
          </p:cNvGraphicFramePr>
          <p:nvPr/>
        </p:nvGraphicFramePr>
        <p:xfrm>
          <a:off x="1752600" y="3048000"/>
          <a:ext cx="82550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8" name="Equation" r:id="rId16" imgW="533160" imgH="203040" progId="Equation.3">
                  <p:embed/>
                </p:oleObj>
              </mc:Choice>
              <mc:Fallback>
                <p:oleObj name="Equation" r:id="rId16" imgW="533160" imgH="203040" progId="Equation.3">
                  <p:embed/>
                  <p:pic>
                    <p:nvPicPr>
                      <p:cNvPr id="10752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048000"/>
                        <a:ext cx="82550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7772400" cy="762000"/>
          </a:xfrm>
        </p:spPr>
        <p:txBody>
          <a:bodyPr/>
          <a:lstStyle/>
          <a:p>
            <a:pPr eaLnBrk="1" hangingPunct="1"/>
            <a:r>
              <a:rPr lang="en-US" sz="2000" dirty="0"/>
              <a:t>SIGNALS: PERIODIC V.S. APERIODIC </a:t>
            </a: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SINGALS: ENERGY V.S. POWER</a:t>
            </a:r>
          </a:p>
        </p:txBody>
      </p:sp>
      <p:sp>
        <p:nvSpPr>
          <p:cNvPr id="92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8255000" cy="2057400"/>
          </a:xfrm>
        </p:spPr>
        <p:txBody>
          <a:bodyPr/>
          <a:lstStyle/>
          <a:p>
            <a:pPr eaLnBrk="1" hangingPunct="1"/>
            <a:r>
              <a:rPr lang="en-US"/>
              <a:t>Signal energy</a:t>
            </a:r>
          </a:p>
          <a:p>
            <a:pPr lvl="1" eaLnBrk="1" hangingPunct="1"/>
            <a:r>
              <a:rPr lang="en-US"/>
              <a:t>Assume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/>
              <a:t>t</a:t>
            </a:r>
            <a:r>
              <a:rPr lang="en-US"/>
              <a:t>) represents voltage across a resistor with resistance </a:t>
            </a:r>
            <a:r>
              <a:rPr lang="en-US" i="1"/>
              <a:t>R</a:t>
            </a:r>
            <a:r>
              <a:rPr lang="en-US"/>
              <a:t>.</a:t>
            </a:r>
          </a:p>
          <a:p>
            <a:pPr lvl="1" eaLnBrk="1" hangingPunct="1"/>
            <a:r>
              <a:rPr lang="en-US"/>
              <a:t>Current (Ohm’s law): </a:t>
            </a:r>
            <a:r>
              <a:rPr lang="en-US" i="1"/>
              <a:t>i</a:t>
            </a:r>
            <a:r>
              <a:rPr lang="en-US"/>
              <a:t>(</a:t>
            </a:r>
            <a:r>
              <a:rPr lang="en-US" i="1"/>
              <a:t>t</a:t>
            </a:r>
            <a:r>
              <a:rPr lang="en-US"/>
              <a:t>) =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/>
              <a:t>t</a:t>
            </a:r>
            <a:r>
              <a:rPr lang="en-US"/>
              <a:t>)/</a:t>
            </a:r>
            <a:r>
              <a:rPr lang="en-US" i="1"/>
              <a:t>R</a:t>
            </a:r>
          </a:p>
          <a:p>
            <a:pPr lvl="1" eaLnBrk="1" hangingPunct="1"/>
            <a:r>
              <a:rPr lang="en-US"/>
              <a:t>Instantaneous power: </a:t>
            </a:r>
          </a:p>
          <a:p>
            <a:pPr lvl="1" eaLnBrk="1" hangingPunct="1"/>
            <a:r>
              <a:rPr lang="en-US"/>
              <a:t>Signal power: the power of signal measured at </a:t>
            </a:r>
            <a:r>
              <a:rPr lang="en-US" i="1"/>
              <a:t>R</a:t>
            </a:r>
            <a:r>
              <a:rPr lang="en-US"/>
              <a:t> = 1 Ohm:</a:t>
            </a:r>
          </a:p>
          <a:p>
            <a:pPr lvl="1" eaLnBrk="1" hangingPunct="1">
              <a:buFontTx/>
              <a:buNone/>
            </a:pPr>
            <a:endParaRPr lang="en-US"/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/>
        </p:nvGraphicFramePr>
        <p:xfrm>
          <a:off x="7010400" y="2209800"/>
          <a:ext cx="116046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6" name="Equation" r:id="rId3" imgW="749160" imgH="228600" progId="Equation.3">
                  <p:embed/>
                </p:oleObj>
              </mc:Choice>
              <mc:Fallback>
                <p:oleObj name="Equation" r:id="rId3" imgW="749160" imgH="228600" progId="Equation.3">
                  <p:embed/>
                  <p:pic>
                    <p:nvPicPr>
                      <p:cNvPr id="1495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209800"/>
                        <a:ext cx="1160462" cy="3508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09" name="Object 5"/>
          <p:cNvGraphicFramePr>
            <a:graphicFrameLocks noChangeAspect="1"/>
          </p:cNvGraphicFramePr>
          <p:nvPr/>
        </p:nvGraphicFramePr>
        <p:xfrm>
          <a:off x="3305175" y="3014663"/>
          <a:ext cx="106203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7" name="Equation" r:id="rId5" imgW="685800" imgH="228600" progId="Equation.3">
                  <p:embed/>
                </p:oleObj>
              </mc:Choice>
              <mc:Fallback>
                <p:oleObj name="Equation" r:id="rId5" imgW="685800" imgH="228600" progId="Equation.3">
                  <p:embed/>
                  <p:pic>
                    <p:nvPicPr>
                      <p:cNvPr id="149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5175" y="3014663"/>
                        <a:ext cx="1062038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35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372100" y="2787650"/>
            <a:ext cx="377190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6" name="Line 7"/>
          <p:cNvSpPr>
            <a:spLocks noChangeShapeType="1"/>
          </p:cNvSpPr>
          <p:nvPr/>
        </p:nvSpPr>
        <p:spPr bwMode="auto">
          <a:xfrm>
            <a:off x="5664200" y="4673600"/>
            <a:ext cx="3302000" cy="12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7" name="Line 8"/>
          <p:cNvSpPr>
            <a:spLocks noChangeShapeType="1"/>
          </p:cNvSpPr>
          <p:nvPr/>
        </p:nvSpPr>
        <p:spPr bwMode="auto">
          <a:xfrm flipV="1">
            <a:off x="5867400" y="2692400"/>
            <a:ext cx="0" cy="195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220" name="Object 10"/>
          <p:cNvGraphicFramePr>
            <a:graphicFrameLocks noChangeAspect="1"/>
          </p:cNvGraphicFramePr>
          <p:nvPr/>
        </p:nvGraphicFramePr>
        <p:xfrm>
          <a:off x="5313363" y="3084513"/>
          <a:ext cx="473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8" name="Equation" r:id="rId8" imgW="304560" imgH="203040" progId="Equation.3">
                  <p:embed/>
                </p:oleObj>
              </mc:Choice>
              <mc:Fallback>
                <p:oleObj name="Equation" r:id="rId8" imgW="304560" imgH="203040" progId="Equation.3">
                  <p:embed/>
                  <p:pic>
                    <p:nvPicPr>
                      <p:cNvPr id="922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3363" y="3084513"/>
                        <a:ext cx="473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1"/>
          <p:cNvGraphicFramePr>
            <a:graphicFrameLocks noChangeAspect="1"/>
          </p:cNvGraphicFramePr>
          <p:nvPr/>
        </p:nvGraphicFramePr>
        <p:xfrm>
          <a:off x="9005888" y="4786313"/>
          <a:ext cx="138112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9" name="Equation" r:id="rId10" imgW="88560" imgH="152280" progId="Equation.3">
                  <p:embed/>
                </p:oleObj>
              </mc:Choice>
              <mc:Fallback>
                <p:oleObj name="Equation" r:id="rId10" imgW="88560" imgH="152280" progId="Equation.3">
                  <p:embed/>
                  <p:pic>
                    <p:nvPicPr>
                      <p:cNvPr id="92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5888" y="4786313"/>
                        <a:ext cx="138112" cy="233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2"/>
          <p:cNvGraphicFramePr>
            <a:graphicFrameLocks noChangeAspect="1"/>
          </p:cNvGraphicFramePr>
          <p:nvPr/>
        </p:nvGraphicFramePr>
        <p:xfrm>
          <a:off x="6610985" y="4701223"/>
          <a:ext cx="21748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0" name="Equation" r:id="rId12" imgW="139680" imgH="228600" progId="Equation.3">
                  <p:embed/>
                </p:oleObj>
              </mc:Choice>
              <mc:Fallback>
                <p:oleObj name="Equation" r:id="rId12" imgW="139680" imgH="228600" progId="Equation.3">
                  <p:embed/>
                  <p:pic>
                    <p:nvPicPr>
                      <p:cNvPr id="922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985" y="4701223"/>
                        <a:ext cx="217488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8" name="Line 14"/>
          <p:cNvSpPr>
            <a:spLocks noChangeShapeType="1"/>
          </p:cNvSpPr>
          <p:nvPr/>
        </p:nvSpPr>
        <p:spPr bwMode="auto">
          <a:xfrm flipV="1">
            <a:off x="6769100" y="3594100"/>
            <a:ext cx="0" cy="109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9" name="Line 15"/>
          <p:cNvSpPr>
            <a:spLocks noChangeShapeType="1"/>
          </p:cNvSpPr>
          <p:nvPr/>
        </p:nvSpPr>
        <p:spPr bwMode="auto">
          <a:xfrm flipH="1">
            <a:off x="5867400" y="3594100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223" name="Object 16"/>
          <p:cNvGraphicFramePr>
            <a:graphicFrameLocks noChangeAspect="1"/>
          </p:cNvGraphicFramePr>
          <p:nvPr/>
        </p:nvGraphicFramePr>
        <p:xfrm>
          <a:off x="5262563" y="3446463"/>
          <a:ext cx="550862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1" name="Equation" r:id="rId14" imgW="355320" imgH="228600" progId="Equation.3">
                  <p:embed/>
                </p:oleObj>
              </mc:Choice>
              <mc:Fallback>
                <p:oleObj name="Equation" r:id="rId14" imgW="355320" imgH="228600" progId="Equation.3">
                  <p:embed/>
                  <p:pic>
                    <p:nvPicPr>
                      <p:cNvPr id="922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2563" y="3446463"/>
                        <a:ext cx="550862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1" name="AutoShape 17"/>
          <p:cNvSpPr>
            <a:spLocks noChangeArrowheads="1"/>
          </p:cNvSpPr>
          <p:nvPr/>
        </p:nvSpPr>
        <p:spPr bwMode="auto">
          <a:xfrm>
            <a:off x="6692900" y="3594100"/>
            <a:ext cx="152400" cy="1092200"/>
          </a:xfrm>
          <a:prstGeom prst="flowChartProcess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6502400" y="4030663"/>
            <a:ext cx="731838" cy="388937"/>
            <a:chOff x="4096" y="2539"/>
            <a:chExt cx="461" cy="245"/>
          </a:xfrm>
        </p:grpSpPr>
        <p:sp>
          <p:nvSpPr>
            <p:cNvPr id="9246" name="Line 18"/>
            <p:cNvSpPr>
              <a:spLocks noChangeShapeType="1"/>
            </p:cNvSpPr>
            <p:nvPr/>
          </p:nvSpPr>
          <p:spPr bwMode="auto">
            <a:xfrm>
              <a:off x="4096" y="2784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Line 19"/>
            <p:cNvSpPr>
              <a:spLocks noChangeShapeType="1"/>
            </p:cNvSpPr>
            <p:nvPr/>
          </p:nvSpPr>
          <p:spPr bwMode="auto">
            <a:xfrm flipH="1">
              <a:off x="4320" y="2776"/>
              <a:ext cx="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9229" name="Object 20"/>
            <p:cNvGraphicFramePr>
              <a:graphicFrameLocks noChangeAspect="1"/>
            </p:cNvGraphicFramePr>
            <p:nvPr/>
          </p:nvGraphicFramePr>
          <p:xfrm>
            <a:off x="4371" y="2539"/>
            <a:ext cx="186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92" name="Equation" r:id="rId16" imgW="190440" imgH="177480" progId="Equation.3">
                    <p:embed/>
                  </p:oleObj>
                </mc:Choice>
                <mc:Fallback>
                  <p:oleObj name="Equation" r:id="rId16" imgW="190440" imgH="177480" progId="Equation.3">
                    <p:embed/>
                    <p:pic>
                      <p:nvPicPr>
                        <p:cNvPr id="9229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1" y="2539"/>
                          <a:ext cx="186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42" name="Rectangle 22"/>
          <p:cNvSpPr>
            <a:spLocks noChangeArrowheads="1"/>
          </p:cNvSpPr>
          <p:nvPr/>
        </p:nvSpPr>
        <p:spPr bwMode="auto">
          <a:xfrm>
            <a:off x="546100" y="3035300"/>
            <a:ext cx="777240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/>
          </a:p>
          <a:p>
            <a:pPr marL="742950" lvl="1" indent="-285750">
              <a:spcBef>
                <a:spcPct val="20000"/>
              </a:spcBef>
            </a:pPr>
            <a:endParaRPr lang="en-US" sz="2000" b="0"/>
          </a:p>
        </p:txBody>
      </p:sp>
      <p:sp>
        <p:nvSpPr>
          <p:cNvPr id="149527" name="Rectangle 23"/>
          <p:cNvSpPr>
            <a:spLocks noChangeArrowheads="1"/>
          </p:cNvSpPr>
          <p:nvPr/>
        </p:nvSpPr>
        <p:spPr bwMode="auto">
          <a:xfrm>
            <a:off x="571500" y="2971800"/>
            <a:ext cx="7772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Signal energy at: </a:t>
            </a:r>
          </a:p>
          <a:p>
            <a:pPr marL="742950" lvl="1" indent="-285750">
              <a:spcBef>
                <a:spcPct val="20000"/>
              </a:spcBef>
            </a:pPr>
            <a:endParaRPr lang="en-US" sz="2000" b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49528" name="Object 24"/>
          <p:cNvGraphicFramePr>
            <a:graphicFrameLocks noChangeAspect="1"/>
          </p:cNvGraphicFramePr>
          <p:nvPr/>
        </p:nvGraphicFramePr>
        <p:xfrm>
          <a:off x="2422525" y="3471863"/>
          <a:ext cx="12795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3" name="Equation" r:id="rId18" imgW="825480" imgH="228600" progId="Equation.3">
                  <p:embed/>
                </p:oleObj>
              </mc:Choice>
              <mc:Fallback>
                <p:oleObj name="Equation" r:id="rId18" imgW="825480" imgH="228600" progId="Equation.3">
                  <p:embed/>
                  <p:pic>
                    <p:nvPicPr>
                      <p:cNvPr id="1495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3471863"/>
                        <a:ext cx="1279525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9" name="Rectangle 25"/>
          <p:cNvSpPr>
            <a:spLocks noChangeArrowheads="1"/>
          </p:cNvSpPr>
          <p:nvPr/>
        </p:nvSpPr>
        <p:spPr bwMode="auto">
          <a:xfrm>
            <a:off x="546100" y="3848100"/>
            <a:ext cx="7772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Total energy </a:t>
            </a:r>
          </a:p>
        </p:txBody>
      </p:sp>
      <p:graphicFrame>
        <p:nvGraphicFramePr>
          <p:cNvPr id="149530" name="Object 26"/>
          <p:cNvGraphicFramePr>
            <a:graphicFrameLocks noChangeAspect="1"/>
          </p:cNvGraphicFramePr>
          <p:nvPr/>
        </p:nvGraphicFramePr>
        <p:xfrm>
          <a:off x="1503363" y="4311650"/>
          <a:ext cx="18494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4" name="Equation" r:id="rId20" imgW="1193760" imgH="342720" progId="Equation.3">
                  <p:embed/>
                </p:oleObj>
              </mc:Choice>
              <mc:Fallback>
                <p:oleObj name="Equation" r:id="rId20" imgW="1193760" imgH="342720" progId="Equation.3">
                  <p:embed/>
                  <p:pic>
                    <p:nvPicPr>
                      <p:cNvPr id="14953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4311650"/>
                        <a:ext cx="1849437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31" name="Object 27"/>
          <p:cNvGraphicFramePr>
            <a:graphicFrameLocks noChangeAspect="1"/>
          </p:cNvGraphicFramePr>
          <p:nvPr/>
        </p:nvGraphicFramePr>
        <p:xfrm>
          <a:off x="3406775" y="4181475"/>
          <a:ext cx="13065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5" name="Equation" r:id="rId22" imgW="736560" imgH="330120" progId="Equation.3">
                  <p:embed/>
                </p:oleObj>
              </mc:Choice>
              <mc:Fallback>
                <p:oleObj name="Equation" r:id="rId22" imgW="736560" imgH="330120" progId="Equation.3">
                  <p:embed/>
                  <p:pic>
                    <p:nvPicPr>
                      <p:cNvPr id="1495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4181475"/>
                        <a:ext cx="1306513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36" name="Object 32"/>
          <p:cNvGraphicFramePr>
            <a:graphicFrameLocks noChangeAspect="1"/>
          </p:cNvGraphicFramePr>
          <p:nvPr/>
        </p:nvGraphicFramePr>
        <p:xfrm>
          <a:off x="2379663" y="4892675"/>
          <a:ext cx="17113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6" name="Equation" r:id="rId24" imgW="965160" imgH="330120" progId="Equation.3">
                  <p:embed/>
                </p:oleObj>
              </mc:Choice>
              <mc:Fallback>
                <p:oleObj name="Equation" r:id="rId24" imgW="965160" imgH="330120" progId="Equation.3">
                  <p:embed/>
                  <p:pic>
                    <p:nvPicPr>
                      <p:cNvPr id="14953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9663" y="4892675"/>
                        <a:ext cx="1711325" cy="5794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37" name="Rectangle 33"/>
          <p:cNvSpPr>
            <a:spLocks noChangeArrowheads="1"/>
          </p:cNvSpPr>
          <p:nvPr/>
        </p:nvSpPr>
        <p:spPr bwMode="auto">
          <a:xfrm>
            <a:off x="736600" y="5702300"/>
            <a:ext cx="7772400" cy="48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Review: integration over a signal gives the area under the signal.</a:t>
            </a:r>
          </a:p>
        </p:txBody>
      </p:sp>
      <p:graphicFrame>
        <p:nvGraphicFramePr>
          <p:cNvPr id="149538" name="Object 34"/>
          <p:cNvGraphicFramePr>
            <a:graphicFrameLocks noChangeAspect="1"/>
          </p:cNvGraphicFramePr>
          <p:nvPr/>
        </p:nvGraphicFramePr>
        <p:xfrm>
          <a:off x="3581400" y="1905000"/>
          <a:ext cx="14747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7" name="Equation" r:id="rId26" imgW="952200" imgH="228600" progId="Equation.3">
                  <p:embed/>
                </p:oleObj>
              </mc:Choice>
              <mc:Fallback>
                <p:oleObj name="Equation" r:id="rId26" imgW="952200" imgH="228600" progId="Equation.3">
                  <p:embed/>
                  <p:pic>
                    <p:nvPicPr>
                      <p:cNvPr id="14953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905000"/>
                        <a:ext cx="1474788" cy="350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C8A4513C-0E76-497D-89A8-319E67F97725}"/>
              </a:ext>
            </a:extLst>
          </p:cNvPr>
          <p:cNvSpPr txBox="1"/>
          <p:nvPr/>
        </p:nvSpPr>
        <p:spPr>
          <a:xfrm>
            <a:off x="6409531" y="4956306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Instantaneous power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4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49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21" grpId="0" animBg="1"/>
      <p:bldP spid="149527" grpId="0"/>
      <p:bldP spid="149529" grpId="0"/>
      <p:bldP spid="14953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SINGALS: ENERGY V.S. POWER</a:t>
            </a:r>
          </a:p>
        </p:txBody>
      </p:sp>
      <p:sp>
        <p:nvSpPr>
          <p:cNvPr id="10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7772400" cy="533400"/>
          </a:xfrm>
        </p:spPr>
        <p:txBody>
          <a:bodyPr/>
          <a:lstStyle/>
          <a:p>
            <a:pPr eaLnBrk="1" hangingPunct="1"/>
            <a:r>
              <a:rPr lang="en-US" dirty="0"/>
              <a:t>Energy of signal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over </a:t>
            </a:r>
          </a:p>
        </p:txBody>
      </p:sp>
      <p:graphicFrame>
        <p:nvGraphicFramePr>
          <p:cNvPr id="10242" name="Object 5"/>
          <p:cNvGraphicFramePr>
            <a:graphicFrameLocks noChangeAspect="1"/>
          </p:cNvGraphicFramePr>
          <p:nvPr/>
        </p:nvGraphicFramePr>
        <p:xfrm>
          <a:off x="2760663" y="1489075"/>
          <a:ext cx="17113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Equation" r:id="rId4" imgW="965160" imgH="330120" progId="Equation.3">
                  <p:embed/>
                </p:oleObj>
              </mc:Choice>
              <mc:Fallback>
                <p:oleObj name="Equation" r:id="rId4" imgW="965160" imgH="330120" progId="Equation.3">
                  <p:embed/>
                  <p:pic>
                    <p:nvPicPr>
                      <p:cNvPr id="1024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1489075"/>
                        <a:ext cx="1711325" cy="5794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6"/>
          <p:cNvSpPr>
            <a:spLocks noChangeArrowheads="1"/>
          </p:cNvSpPr>
          <p:nvPr/>
        </p:nvSpPr>
        <p:spPr bwMode="auto">
          <a:xfrm>
            <a:off x="482600" y="2705100"/>
            <a:ext cx="7772400" cy="52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Average power of signal </a:t>
            </a:r>
            <a:r>
              <a:rPr lang="en-US" sz="2000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graphicFrame>
        <p:nvGraphicFramePr>
          <p:cNvPr id="10243" name="Object 7"/>
          <p:cNvGraphicFramePr>
            <a:graphicFrameLocks noChangeAspect="1"/>
          </p:cNvGraphicFramePr>
          <p:nvPr/>
        </p:nvGraphicFramePr>
        <p:xfrm>
          <a:off x="2590800" y="3200400"/>
          <a:ext cx="24987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Equation" r:id="rId6" imgW="1409400" imgH="393480" progId="Equation.3">
                  <p:embed/>
                </p:oleObj>
              </mc:Choice>
              <mc:Fallback>
                <p:oleObj name="Equation" r:id="rId6" imgW="1409400" imgH="393480" progId="Equation.3">
                  <p:embed/>
                  <p:pic>
                    <p:nvPicPr>
                      <p:cNvPr id="102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00400"/>
                        <a:ext cx="2498725" cy="6937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Rectangle 10"/>
          <p:cNvSpPr>
            <a:spLocks noChangeArrowheads="1"/>
          </p:cNvSpPr>
          <p:nvPr/>
        </p:nvSpPr>
        <p:spPr bwMode="auto">
          <a:xfrm>
            <a:off x="520700" y="21590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If                         then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 is called an </a:t>
            </a:r>
            <a:r>
              <a:rPr lang="en-US" sz="2000" b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energy signal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aphicFrame>
        <p:nvGraphicFramePr>
          <p:cNvPr id="10244" name="Object 11"/>
          <p:cNvGraphicFramePr>
            <a:graphicFrameLocks noChangeAspect="1"/>
          </p:cNvGraphicFramePr>
          <p:nvPr/>
        </p:nvGraphicFramePr>
        <p:xfrm>
          <a:off x="1716088" y="2182813"/>
          <a:ext cx="12557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Equation" r:id="rId8" imgW="672840" imgH="203040" progId="Equation.3">
                  <p:embed/>
                </p:oleObj>
              </mc:Choice>
              <mc:Fallback>
                <p:oleObj name="Equation" r:id="rId8" imgW="672840" imgH="203040" progId="Equation.3">
                  <p:embed/>
                  <p:pic>
                    <p:nvPicPr>
                      <p:cNvPr id="1024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2182813"/>
                        <a:ext cx="1255712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12"/>
          <p:cNvGraphicFramePr>
            <a:graphicFrameLocks noChangeAspect="1"/>
          </p:cNvGraphicFramePr>
          <p:nvPr/>
        </p:nvGraphicFramePr>
        <p:xfrm>
          <a:off x="4038600" y="990600"/>
          <a:ext cx="14208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Equation" r:id="rId10" imgW="761760" imgH="203040" progId="Equation.3">
                  <p:embed/>
                </p:oleObj>
              </mc:Choice>
              <mc:Fallback>
                <p:oleObj name="Equation" r:id="rId10" imgW="761760" imgH="203040" progId="Equation.3">
                  <p:embed/>
                  <p:pic>
                    <p:nvPicPr>
                      <p:cNvPr id="1024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990600"/>
                        <a:ext cx="1420812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Rectangle 13"/>
          <p:cNvSpPr>
            <a:spLocks noChangeArrowheads="1"/>
          </p:cNvSpPr>
          <p:nvPr/>
        </p:nvSpPr>
        <p:spPr bwMode="auto">
          <a:xfrm>
            <a:off x="469900" y="40894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If                           then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 is called a </a:t>
            </a:r>
            <a:r>
              <a:rPr lang="en-US" sz="2000" b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 signal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graphicFrame>
        <p:nvGraphicFramePr>
          <p:cNvPr id="10246" name="Object 14"/>
          <p:cNvGraphicFramePr>
            <a:graphicFrameLocks noChangeAspect="1"/>
          </p:cNvGraphicFramePr>
          <p:nvPr/>
        </p:nvGraphicFramePr>
        <p:xfrm>
          <a:off x="1690688" y="4100513"/>
          <a:ext cx="1255712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Equation" r:id="rId12" imgW="672840" imgH="203040" progId="Equation.3">
                  <p:embed/>
                </p:oleObj>
              </mc:Choice>
              <mc:Fallback>
                <p:oleObj name="Equation" r:id="rId12" imgW="672840" imgH="203040" progId="Equation.3">
                  <p:embed/>
                  <p:pic>
                    <p:nvPicPr>
                      <p:cNvPr id="1024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4100513"/>
                        <a:ext cx="1255712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43" name="Rectangle 15"/>
          <p:cNvSpPr>
            <a:spLocks noChangeArrowheads="1"/>
          </p:cNvSpPr>
          <p:nvPr/>
        </p:nvSpPr>
        <p:spPr bwMode="auto">
          <a:xfrm>
            <a:off x="482600" y="4965700"/>
            <a:ext cx="7772400" cy="83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 signal can be an energy signal, or a power signal, or neither, but not both.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SINGALS: ENERGY V.S. POWER</a:t>
            </a:r>
          </a:p>
        </p:txBody>
      </p:sp>
      <p:sp>
        <p:nvSpPr>
          <p:cNvPr id="11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546100"/>
          </a:xfrm>
        </p:spPr>
        <p:txBody>
          <a:bodyPr/>
          <a:lstStyle/>
          <a:p>
            <a:pPr eaLnBrk="1" hangingPunct="1"/>
            <a:r>
              <a:rPr lang="en-US"/>
              <a:t>Example 1: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2844800" y="950913"/>
          <a:ext cx="189388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Equation" r:id="rId4" imgW="1015920" imgH="203040" progId="Equation.3">
                  <p:embed/>
                </p:oleObj>
              </mc:Choice>
              <mc:Fallback>
                <p:oleObj name="Equation" r:id="rId4" imgW="1015920" imgH="203040" progId="Equation.3">
                  <p:embed/>
                  <p:pic>
                    <p:nvPicPr>
                      <p:cNvPr id="1126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950913"/>
                        <a:ext cx="1893888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5"/>
          <p:cNvSpPr>
            <a:spLocks noChangeArrowheads="1"/>
          </p:cNvSpPr>
          <p:nvPr/>
        </p:nvSpPr>
        <p:spPr bwMode="auto">
          <a:xfrm>
            <a:off x="685800" y="2438400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Example 2: </a:t>
            </a:r>
          </a:p>
        </p:txBody>
      </p:sp>
      <p:graphicFrame>
        <p:nvGraphicFramePr>
          <p:cNvPr id="151558" name="Object 6"/>
          <p:cNvGraphicFramePr>
            <a:graphicFrameLocks noChangeAspect="1"/>
          </p:cNvGraphicFramePr>
          <p:nvPr/>
        </p:nvGraphicFramePr>
        <p:xfrm>
          <a:off x="7010400" y="5334000"/>
          <a:ext cx="196532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Equation" r:id="rId6" imgW="1054080" imgH="393480" progId="Equation.3">
                  <p:embed/>
                </p:oleObj>
              </mc:Choice>
              <mc:Fallback>
                <p:oleObj name="Equation" r:id="rId6" imgW="1054080" imgH="393480" progId="Equation.3">
                  <p:embed/>
                  <p:pic>
                    <p:nvPicPr>
                      <p:cNvPr id="1515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5334000"/>
                        <a:ext cx="1965325" cy="7286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"/>
          <p:cNvGraphicFramePr>
            <a:graphicFrameLocks noChangeAspect="1"/>
          </p:cNvGraphicFramePr>
          <p:nvPr/>
        </p:nvGraphicFramePr>
        <p:xfrm>
          <a:off x="5629275" y="973138"/>
          <a:ext cx="5905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Equation" r:id="rId8" imgW="317160" imgH="177480" progId="Equation.3">
                  <p:embed/>
                </p:oleObj>
              </mc:Choice>
              <mc:Fallback>
                <p:oleObj name="Equation" r:id="rId8" imgW="317160" imgH="177480" progId="Equation.3">
                  <p:embed/>
                  <p:pic>
                    <p:nvPicPr>
                      <p:cNvPr id="1126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973138"/>
                        <a:ext cx="59055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0" name="Rectangle 8"/>
          <p:cNvSpPr>
            <a:spLocks noChangeArrowheads="1"/>
          </p:cNvSpPr>
          <p:nvPr/>
        </p:nvSpPr>
        <p:spPr bwMode="auto">
          <a:xfrm>
            <a:off x="152400" y="5410200"/>
            <a:ext cx="81788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All periodic signals are power signal with average power:</a:t>
            </a:r>
          </a:p>
        </p:txBody>
      </p:sp>
      <p:graphicFrame>
        <p:nvGraphicFramePr>
          <p:cNvPr id="11269" name="Object 9"/>
          <p:cNvGraphicFramePr>
            <a:graphicFrameLocks noChangeAspect="1"/>
          </p:cNvGraphicFramePr>
          <p:nvPr/>
        </p:nvGraphicFramePr>
        <p:xfrm>
          <a:off x="2900363" y="2414588"/>
          <a:ext cx="239236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Equation" r:id="rId10" imgW="1282680" imgH="228600" progId="Equation.3">
                  <p:embed/>
                </p:oleObj>
              </mc:Choice>
              <mc:Fallback>
                <p:oleObj name="Equation" r:id="rId10" imgW="1282680" imgH="228600" progId="Equation.3">
                  <p:embed/>
                  <p:pic>
                    <p:nvPicPr>
                      <p:cNvPr id="112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2414588"/>
                        <a:ext cx="2392362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685800" y="3733800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Example 3: </a:t>
            </a:r>
          </a:p>
        </p:txBody>
      </p:sp>
      <p:graphicFrame>
        <p:nvGraphicFramePr>
          <p:cNvPr id="110598" name="Object 9"/>
          <p:cNvGraphicFramePr>
            <a:graphicFrameLocks noChangeAspect="1"/>
          </p:cNvGraphicFramePr>
          <p:nvPr/>
        </p:nvGraphicFramePr>
        <p:xfrm>
          <a:off x="2971800" y="3733800"/>
          <a:ext cx="1893888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2" name="Equation" r:id="rId12" imgW="1015920" imgH="228600" progId="Equation.3">
                  <p:embed/>
                </p:oleObj>
              </mc:Choice>
              <mc:Fallback>
                <p:oleObj name="Equation" r:id="rId12" imgW="1015920" imgH="228600" progId="Equation.3">
                  <p:embed/>
                  <p:pic>
                    <p:nvPicPr>
                      <p:cNvPr id="11059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733800"/>
                        <a:ext cx="1893888" cy="423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5715000" y="3810000"/>
          <a:ext cx="113506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3" name="Equation" r:id="rId14" imgW="609480" imgH="177480" progId="Equation.3">
                  <p:embed/>
                </p:oleObj>
              </mc:Choice>
              <mc:Fallback>
                <p:oleObj name="Equation" r:id="rId14" imgW="609480" imgH="177480" progId="Equation.3">
                  <p:embed/>
                  <p:pic>
                    <p:nvPicPr>
                      <p:cNvPr id="1105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810000"/>
                        <a:ext cx="1135062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6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algn="r"/>
            <a:fld id="{7A65BF99-0365-4788-A7C5-586C0382C80B}" type="slidenum">
              <a:rPr lang="zh-CN" altLang="en-US" b="1" smtClean="0"/>
              <a:pPr algn="r"/>
              <a:t>26</a:t>
            </a:fld>
            <a:endParaRPr lang="en-US" altLang="zh-CN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Introduction: what are signals and systems?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chemeClr val="bg1">
                  <a:lumMod val="65000"/>
                </a:schemeClr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Signals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Basic Signal Operations</a:t>
            </a:r>
          </a:p>
          <a:p>
            <a:pPr marL="800100" lvl="1" indent="-342900">
              <a:spcBef>
                <a:spcPct val="20000"/>
              </a:spcBef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Signals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OPERATIONS: SHIFTING</a:t>
            </a:r>
          </a:p>
        </p:txBody>
      </p:sp>
      <p:sp>
        <p:nvSpPr>
          <p:cNvPr id="123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889000"/>
          </a:xfrm>
        </p:spPr>
        <p:txBody>
          <a:bodyPr/>
          <a:lstStyle/>
          <a:p>
            <a:pPr eaLnBrk="1" hangingPunct="1"/>
            <a:r>
              <a:rPr lang="en-US" dirty="0"/>
              <a:t>Shifting operation</a:t>
            </a:r>
          </a:p>
          <a:p>
            <a:pPr lvl="1" eaLnBrk="1" hangingPunct="1"/>
            <a:r>
              <a:rPr lang="en-US" dirty="0"/>
              <a:t>                 : shift the signal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to the </a:t>
            </a:r>
            <a:r>
              <a:rPr lang="en-US" dirty="0">
                <a:solidFill>
                  <a:srgbClr val="FF0000"/>
                </a:solidFill>
              </a:rPr>
              <a:t>right</a:t>
            </a:r>
            <a:r>
              <a:rPr lang="en-US" dirty="0"/>
              <a:t> by  </a:t>
            </a: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1447800" y="1219200"/>
          <a:ext cx="9699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3" imgW="520560" imgH="228600" progId="Equation.3">
                  <p:embed/>
                </p:oleObj>
              </mc:Choice>
              <mc:Fallback>
                <p:oleObj name="Equation" r:id="rId3" imgW="520560" imgH="228600" progId="Equation.3">
                  <p:embed/>
                  <p:pic>
                    <p:nvPicPr>
                      <p:cNvPr id="122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19200"/>
                        <a:ext cx="969962" cy="42386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"/>
          <p:cNvGraphicFramePr>
            <a:graphicFrameLocks noChangeAspect="1"/>
          </p:cNvGraphicFramePr>
          <p:nvPr/>
        </p:nvGraphicFramePr>
        <p:xfrm>
          <a:off x="5638800" y="1219200"/>
          <a:ext cx="2603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Equation" r:id="rId5" imgW="139680" imgH="228600" progId="Equation.3">
                  <p:embed/>
                </p:oleObj>
              </mc:Choice>
              <mc:Fallback>
                <p:oleObj name="Equation" r:id="rId5" imgW="139680" imgH="228600" progId="Equation.3">
                  <p:embed/>
                  <p:pic>
                    <p:nvPicPr>
                      <p:cNvPr id="1229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219200"/>
                        <a:ext cx="260350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Rectangle 8"/>
          <p:cNvSpPr>
            <a:spLocks noChangeArrowheads="1"/>
          </p:cNvSpPr>
          <p:nvPr/>
        </p:nvSpPr>
        <p:spPr bwMode="auto">
          <a:xfrm>
            <a:off x="609600" y="35179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Why right?</a:t>
            </a:r>
          </a:p>
        </p:txBody>
      </p:sp>
      <p:graphicFrame>
        <p:nvGraphicFramePr>
          <p:cNvPr id="155657" name="Object 9"/>
          <p:cNvGraphicFramePr>
            <a:graphicFrameLocks noChangeAspect="1"/>
          </p:cNvGraphicFramePr>
          <p:nvPr/>
        </p:nvGraphicFramePr>
        <p:xfrm>
          <a:off x="1773238" y="3910013"/>
          <a:ext cx="9128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4" name="Equation" r:id="rId7" imgW="558720" imgH="203040" progId="Equation.3">
                  <p:embed/>
                </p:oleObj>
              </mc:Choice>
              <mc:Fallback>
                <p:oleObj name="Equation" r:id="rId7" imgW="558720" imgH="203040" progId="Equation.3">
                  <p:embed/>
                  <p:pic>
                    <p:nvPicPr>
                      <p:cNvPr id="1556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238" y="3910013"/>
                        <a:ext cx="912812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9" name="Object 11"/>
          <p:cNvGraphicFramePr>
            <a:graphicFrameLocks noChangeAspect="1"/>
          </p:cNvGraphicFramePr>
          <p:nvPr/>
        </p:nvGraphicFramePr>
        <p:xfrm>
          <a:off x="3349625" y="3838575"/>
          <a:ext cx="149383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name="Equation" r:id="rId9" imgW="914400" imgH="228600" progId="Equation.3">
                  <p:embed/>
                </p:oleObj>
              </mc:Choice>
              <mc:Fallback>
                <p:oleObj name="Equation" r:id="rId9" imgW="914400" imgH="228600" progId="Equation.3">
                  <p:embed/>
                  <p:pic>
                    <p:nvPicPr>
                      <p:cNvPr id="1556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3838575"/>
                        <a:ext cx="1493838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0" name="Object 12"/>
          <p:cNvGraphicFramePr>
            <a:graphicFrameLocks noChangeAspect="1"/>
          </p:cNvGraphicFramePr>
          <p:nvPr/>
        </p:nvGraphicFramePr>
        <p:xfrm>
          <a:off x="5143500" y="3838575"/>
          <a:ext cx="27590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Equation" r:id="rId11" imgW="1688760" imgH="228600" progId="Equation.3">
                  <p:embed/>
                </p:oleObj>
              </mc:Choice>
              <mc:Fallback>
                <p:oleObj name="Equation" r:id="rId11" imgW="1688760" imgH="228600" progId="Equation.3">
                  <p:embed/>
                  <p:pic>
                    <p:nvPicPr>
                      <p:cNvPr id="1556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0" y="3838575"/>
                        <a:ext cx="2759075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1" name="Object 13"/>
          <p:cNvGraphicFramePr>
            <a:graphicFrameLocks noChangeAspect="1"/>
          </p:cNvGraphicFramePr>
          <p:nvPr/>
        </p:nvGraphicFramePr>
        <p:xfrm>
          <a:off x="3429000" y="4267200"/>
          <a:ext cx="12446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7" name="Equation" r:id="rId13" imgW="761760" imgH="228600" progId="Equation.3">
                  <p:embed/>
                </p:oleObj>
              </mc:Choice>
              <mc:Fallback>
                <p:oleObj name="Equation" r:id="rId13" imgW="761760" imgH="228600" progId="Equation.3">
                  <p:embed/>
                  <p:pic>
                    <p:nvPicPr>
                      <p:cNvPr id="1556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267200"/>
                        <a:ext cx="12446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989B3D2-66D3-4719-BA72-C9294C8CA8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47800" y="1844759"/>
            <a:ext cx="2544608" cy="1407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BF5B721-C799-4582-A0DC-29D80EE2EC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0" y="1638300"/>
            <a:ext cx="2586565" cy="161411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8E69161E-2FA2-41D7-B1F4-AF99FC821E72}"/>
              </a:ext>
            </a:extLst>
          </p:cNvPr>
          <p:cNvSpPr txBox="1"/>
          <p:nvPr/>
        </p:nvSpPr>
        <p:spPr>
          <a:xfrm>
            <a:off x="3492500" y="3223066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 to the right by two units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OPERATIONS: SHIFTING</a:t>
            </a:r>
          </a:p>
        </p:txBody>
      </p:sp>
      <p:sp>
        <p:nvSpPr>
          <p:cNvPr id="133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95300"/>
          </a:xfrm>
        </p:spPr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2716213" y="1041400"/>
          <a:ext cx="288766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Equation" r:id="rId4" imgW="1549080" imgH="914400" progId="Equation.3">
                  <p:embed/>
                </p:oleObj>
              </mc:Choice>
              <mc:Fallback>
                <p:oleObj name="Equation" r:id="rId4" imgW="1549080" imgH="914400" progId="Equation.3">
                  <p:embed/>
                  <p:pic>
                    <p:nvPicPr>
                      <p:cNvPr id="1331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213" y="1041400"/>
                        <a:ext cx="2887662" cy="169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5"/>
          <p:cNvSpPr>
            <a:spLocks noChangeArrowheads="1"/>
          </p:cNvSpPr>
          <p:nvPr/>
        </p:nvSpPr>
        <p:spPr bwMode="auto">
          <a:xfrm>
            <a:off x="711200" y="2933700"/>
            <a:ext cx="7772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Find </a:t>
            </a:r>
          </a:p>
        </p:txBody>
      </p:sp>
      <p:graphicFrame>
        <p:nvGraphicFramePr>
          <p:cNvPr id="13315" name="Object 6"/>
          <p:cNvGraphicFramePr>
            <a:graphicFrameLocks noChangeAspect="1"/>
          </p:cNvGraphicFramePr>
          <p:nvPr/>
        </p:nvGraphicFramePr>
        <p:xfrm>
          <a:off x="2338388" y="2919413"/>
          <a:ext cx="89852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3" name="Equation" r:id="rId6" imgW="482400" imgH="203040" progId="Equation.3">
                  <p:embed/>
                </p:oleObj>
              </mc:Choice>
              <mc:Fallback>
                <p:oleObj name="Equation" r:id="rId6" imgW="482400" imgH="203040" progId="Equation.3">
                  <p:embed/>
                  <p:pic>
                    <p:nvPicPr>
                      <p:cNvPr id="133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919413"/>
                        <a:ext cx="898525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OPERATIONS: REFLECTION</a:t>
            </a:r>
          </a:p>
        </p:txBody>
      </p:sp>
      <p:sp>
        <p:nvSpPr>
          <p:cNvPr id="143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Reflection operation</a:t>
            </a:r>
          </a:p>
          <a:p>
            <a:pPr lvl="1" eaLnBrk="1" hangingPunct="1"/>
            <a:r>
              <a:rPr lang="en-US"/>
              <a:t>            is obtained by reflecting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/>
              <a:t>t</a:t>
            </a:r>
            <a:r>
              <a:rPr lang="en-US"/>
              <a:t>) w.r.t. the </a:t>
            </a:r>
            <a:r>
              <a:rPr lang="en-US" i="1"/>
              <a:t>y</a:t>
            </a:r>
            <a:r>
              <a:rPr lang="en-US"/>
              <a:t>-axis (</a:t>
            </a:r>
            <a:r>
              <a:rPr lang="en-US" i="1"/>
              <a:t>t</a:t>
            </a:r>
            <a:r>
              <a:rPr lang="en-US"/>
              <a:t> = 0)</a:t>
            </a: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1371600" y="1295400"/>
          <a:ext cx="6858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4" imgW="368280" imgH="203040" progId="Equation.3">
                  <p:embed/>
                </p:oleObj>
              </mc:Choice>
              <mc:Fallback>
                <p:oleObj name="Equation" r:id="rId4" imgW="368280" imgH="203040" progId="Equation.3">
                  <p:embed/>
                  <p:pic>
                    <p:nvPicPr>
                      <p:cNvPr id="1433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295400"/>
                        <a:ext cx="685800" cy="377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xmlns="" id="{C9592BED-7A90-4E3F-90F6-95D7B7C54B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103088"/>
              </p:ext>
            </p:extLst>
          </p:nvPr>
        </p:nvGraphicFramePr>
        <p:xfrm>
          <a:off x="1016000" y="1913384"/>
          <a:ext cx="3200400" cy="1937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Graph system" r:id="rId6" imgW="16725753" imgH="10125075" progId="GraphFile">
                  <p:embed/>
                </p:oleObj>
              </mc:Choice>
              <mc:Fallback>
                <p:oleObj name="Graph system" r:id="rId6" imgW="16725753" imgH="10125075" progId="GraphFil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xmlns="" id="{C9592BED-7A90-4E3F-90F6-95D7B7C54B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6000" y="1913384"/>
                        <a:ext cx="3200400" cy="19377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xmlns="" id="{541ED3BD-B00A-4E6D-960E-F9777BF89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209123"/>
              </p:ext>
            </p:extLst>
          </p:nvPr>
        </p:nvGraphicFramePr>
        <p:xfrm>
          <a:off x="4775200" y="1821111"/>
          <a:ext cx="3352800" cy="2030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Graph system" r:id="rId8" imgW="16725753" imgH="10125075" progId="GraphFile">
                  <p:embed/>
                </p:oleObj>
              </mc:Choice>
              <mc:Fallback>
                <p:oleObj name="Graph system" r:id="rId8" imgW="16725753" imgH="10125075" progId="GraphFil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xmlns="" id="{541ED3BD-B00A-4E6D-960E-F9777BF89B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75200" y="1821111"/>
                        <a:ext cx="3352800" cy="2030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C26C31F6-C67A-457F-9D89-6E0B9C63DB61}"/>
              </a:ext>
            </a:extLst>
          </p:cNvPr>
          <p:cNvSpPr txBox="1"/>
          <p:nvPr/>
        </p:nvSpPr>
        <p:spPr>
          <a:xfrm>
            <a:off x="4182533" y="3814286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OPERATIONS: REFLECTION</a:t>
            </a:r>
          </a:p>
        </p:txBody>
      </p:sp>
      <p:sp>
        <p:nvSpPr>
          <p:cNvPr id="15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533400"/>
          </a:xfrm>
        </p:spPr>
        <p:txBody>
          <a:bodyPr/>
          <a:lstStyle/>
          <a:p>
            <a:pPr eaLnBrk="1" hangingPunct="1"/>
            <a:r>
              <a:rPr lang="en-US"/>
              <a:t>Example: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2516188" y="1165225"/>
          <a:ext cx="2651125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4" imgW="1422360" imgH="711000" progId="Equation.3">
                  <p:embed/>
                </p:oleObj>
              </mc:Choice>
              <mc:Fallback>
                <p:oleObj name="Equation" r:id="rId4" imgW="1422360" imgH="711000" progId="Equation.3">
                  <p:embed/>
                  <p:pic>
                    <p:nvPicPr>
                      <p:cNvPr id="153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1165225"/>
                        <a:ext cx="2651125" cy="1319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1" name="Rectangle 5"/>
          <p:cNvSpPr>
            <a:spLocks noChangeArrowheads="1"/>
          </p:cNvSpPr>
          <p:nvPr/>
        </p:nvSpPr>
        <p:spPr bwMode="auto">
          <a:xfrm>
            <a:off x="647700" y="2425700"/>
            <a:ext cx="7772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Find</a:t>
            </a:r>
            <a:r>
              <a:rPr lang="en-US" sz="2000" b="0" dirty="0"/>
              <a:t>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(3-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60777" name="Rectangle 9"/>
          <p:cNvSpPr>
            <a:spLocks noChangeArrowheads="1"/>
          </p:cNvSpPr>
          <p:nvPr/>
        </p:nvSpPr>
        <p:spPr bwMode="auto">
          <a:xfrm>
            <a:off x="469900" y="4838700"/>
            <a:ext cx="7772400" cy="8255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operations are always performed </a:t>
            </a:r>
            <a:r>
              <a:rPr lang="en-US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w.r.t</a:t>
            </a: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 the time variable </a:t>
            </a:r>
            <a:r>
              <a:rPr lang="en-US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directly!</a:t>
            </a:r>
            <a:endParaRPr lang="en-US" i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OPERATIONS: TIME-SCALING</a:t>
            </a:r>
          </a:p>
        </p:txBody>
      </p:sp>
      <p:sp>
        <p:nvSpPr>
          <p:cNvPr id="163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Time-scaling operation</a:t>
            </a:r>
          </a:p>
          <a:p>
            <a:pPr lvl="1" eaLnBrk="1" hangingPunct="1"/>
            <a:r>
              <a:rPr lang="en-US"/>
              <a:t>             is obtained by scaling the signal </a:t>
            </a:r>
            <a:r>
              <a:rPr lang="en-US" i="1"/>
              <a:t>x</a:t>
            </a:r>
            <a:r>
              <a:rPr lang="en-US"/>
              <a:t>(</a:t>
            </a:r>
            <a:r>
              <a:rPr lang="en-US" i="1"/>
              <a:t>t</a:t>
            </a:r>
            <a:r>
              <a:rPr lang="en-US"/>
              <a:t>) in time.</a:t>
            </a:r>
          </a:p>
          <a:p>
            <a:pPr lvl="2" eaLnBrk="1" hangingPunct="1"/>
            <a:r>
              <a:rPr lang="en-US"/>
              <a:t>              ,  signal shrinks in time domain</a:t>
            </a:r>
          </a:p>
          <a:p>
            <a:pPr lvl="2" eaLnBrk="1" hangingPunct="1"/>
            <a:r>
              <a:rPr lang="en-US"/>
              <a:t>              ,  signal expands in time domain</a:t>
            </a:r>
          </a:p>
          <a:p>
            <a:pPr lvl="1" eaLnBrk="1" hangingPunct="1"/>
            <a:endParaRPr lang="en-US"/>
          </a:p>
        </p:txBody>
      </p:sp>
      <p:graphicFrame>
        <p:nvGraphicFramePr>
          <p:cNvPr id="16387" name="Object 5"/>
          <p:cNvGraphicFramePr>
            <a:graphicFrameLocks noChangeAspect="1"/>
          </p:cNvGraphicFramePr>
          <p:nvPr/>
        </p:nvGraphicFramePr>
        <p:xfrm>
          <a:off x="1905000" y="1524000"/>
          <a:ext cx="6858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Equation" r:id="rId3" imgW="368280" imgH="253800" progId="Equation.3">
                  <p:embed/>
                </p:oleObj>
              </mc:Choice>
              <mc:Fallback>
                <p:oleObj name="Equation" r:id="rId3" imgW="368280" imgH="253800" progId="Equation.3">
                  <p:embed/>
                  <p:pic>
                    <p:nvPicPr>
                      <p:cNvPr id="1638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524000"/>
                        <a:ext cx="685800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6"/>
          <p:cNvGraphicFramePr>
            <a:graphicFrameLocks noChangeAspect="1"/>
          </p:cNvGraphicFramePr>
          <p:nvPr/>
        </p:nvGraphicFramePr>
        <p:xfrm>
          <a:off x="1905000" y="1905000"/>
          <a:ext cx="6858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5" imgW="368280" imgH="253800" progId="Equation.3">
                  <p:embed/>
                </p:oleObj>
              </mc:Choice>
              <mc:Fallback>
                <p:oleObj name="Equation" r:id="rId5" imgW="368280" imgH="253800" progId="Equation.3">
                  <p:embed/>
                  <p:pic>
                    <p:nvPicPr>
                      <p:cNvPr id="1638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905000"/>
                        <a:ext cx="685800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9"/>
          <p:cNvGraphicFramePr>
            <a:graphicFrameLocks noChangeAspect="1"/>
          </p:cNvGraphicFramePr>
          <p:nvPr/>
        </p:nvGraphicFramePr>
        <p:xfrm>
          <a:off x="1447800" y="1219200"/>
          <a:ext cx="661987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Equation" r:id="rId7" imgW="355320" imgH="203040" progId="Equation.3">
                  <p:embed/>
                </p:oleObj>
              </mc:Choice>
              <mc:Fallback>
                <p:oleObj name="Equation" r:id="rId7" imgW="355320" imgH="203040" progId="Equation.3">
                  <p:embed/>
                  <p:pic>
                    <p:nvPicPr>
                      <p:cNvPr id="1639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219200"/>
                        <a:ext cx="661987" cy="3762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xmlns="" id="{8C9BC5AC-B444-4A59-9A47-5F13E1518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622044"/>
              </p:ext>
            </p:extLst>
          </p:nvPr>
        </p:nvGraphicFramePr>
        <p:xfrm>
          <a:off x="47375" y="2727327"/>
          <a:ext cx="2597649" cy="1572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Graph system" r:id="rId9" imgW="16725753" imgH="10125075" progId="GraphFile">
                  <p:embed/>
                </p:oleObj>
              </mc:Choice>
              <mc:Fallback>
                <p:oleObj name="Graph system" r:id="rId9" imgW="16725753" imgH="10125075" progId="GraphFile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xmlns="" id="{8C9BC5AC-B444-4A59-9A47-5F13E1518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375" y="2727327"/>
                        <a:ext cx="2597649" cy="1572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xmlns="" id="{B0B206BA-6413-4B2B-A06D-3B228BD7F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22550"/>
              </p:ext>
            </p:extLst>
          </p:nvPr>
        </p:nvGraphicFramePr>
        <p:xfrm>
          <a:off x="2720525" y="2455816"/>
          <a:ext cx="3163010" cy="1915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2" name="Graph system" r:id="rId11" imgW="16725753" imgH="10125075" progId="GraphFile">
                  <p:embed/>
                </p:oleObj>
              </mc:Choice>
              <mc:Fallback>
                <p:oleObj name="Graph system" r:id="rId11" imgW="16725753" imgH="10125075" progId="GraphFile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xmlns="" id="{B0B206BA-6413-4B2B-A06D-3B228BD7F4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20525" y="2455816"/>
                        <a:ext cx="3163010" cy="1915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xmlns="" id="{8F3473B0-ACBC-4763-B57D-B9B96CE8F5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643954"/>
              </p:ext>
            </p:extLst>
          </p:nvPr>
        </p:nvGraphicFramePr>
        <p:xfrm>
          <a:off x="5933615" y="2455816"/>
          <a:ext cx="3163010" cy="1915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3" name="Graph system" r:id="rId13" imgW="16725753" imgH="10125075" progId="GraphFile">
                  <p:embed/>
                </p:oleObj>
              </mc:Choice>
              <mc:Fallback>
                <p:oleObj name="Graph system" r:id="rId13" imgW="16725753" imgH="10125075" progId="GraphFil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xmlns="" id="{8F3473B0-ACBC-4763-B57D-B9B96CE8F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33615" y="2455816"/>
                        <a:ext cx="3163010" cy="1915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3810000" y="4572000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scaling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OPERATIONS: TIME-SCALING</a:t>
            </a:r>
          </a:p>
        </p:txBody>
      </p:sp>
      <p:sp>
        <p:nvSpPr>
          <p:cNvPr id="174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95300"/>
          </a:xfrm>
        </p:spPr>
        <p:txBody>
          <a:bodyPr/>
          <a:lstStyle/>
          <a:p>
            <a:pPr eaLnBrk="1" hangingPunct="1"/>
            <a:r>
              <a:rPr lang="en-US"/>
              <a:t>Example:</a:t>
            </a: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2819400" y="914400"/>
          <a:ext cx="2249487" cy="1320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quation" r:id="rId4" imgW="1549080" imgH="914400" progId="Equation.3">
                  <p:embed/>
                </p:oleObj>
              </mc:Choice>
              <mc:Fallback>
                <p:oleObj name="Equation" r:id="rId4" imgW="1549080" imgH="914400" progId="Equation.3">
                  <p:embed/>
                  <p:pic>
                    <p:nvPicPr>
                      <p:cNvPr id="174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914400"/>
                        <a:ext cx="2249487" cy="13207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6" name="Object 6"/>
          <p:cNvGraphicFramePr>
            <a:graphicFrameLocks noChangeAspect="1"/>
          </p:cNvGraphicFramePr>
          <p:nvPr/>
        </p:nvGraphicFramePr>
        <p:xfrm>
          <a:off x="427038" y="4543425"/>
          <a:ext cx="10636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tion" r:id="rId6" imgW="571320" imgH="203040" progId="Equation.3">
                  <p:embed/>
                </p:oleObj>
              </mc:Choice>
              <mc:Fallback>
                <p:oleObj name="Equation" r:id="rId6" imgW="571320" imgH="203040" progId="Equation.3">
                  <p:embed/>
                  <p:pic>
                    <p:nvPicPr>
                      <p:cNvPr id="1638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4543425"/>
                        <a:ext cx="1063625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7" name="Rectangle 7"/>
          <p:cNvSpPr>
            <a:spLocks noChangeArrowheads="1"/>
          </p:cNvSpPr>
          <p:nvPr/>
        </p:nvSpPr>
        <p:spPr bwMode="auto">
          <a:xfrm>
            <a:off x="1155700" y="4470400"/>
            <a:ext cx="77724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38200" lvl="1" indent="-381000">
              <a:spcBef>
                <a:spcPct val="20000"/>
              </a:spcBef>
              <a:buFontTx/>
              <a:buAutoNum type="arabicPeriod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scale the signal by a: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838200" lvl="1" indent="-381000">
              <a:spcBef>
                <a:spcPct val="20000"/>
              </a:spcBef>
              <a:buFontTx/>
              <a:buAutoNum type="arabicPeriod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left shift the signal by b/a: z(t) = y(</a:t>
            </a:r>
            <a:r>
              <a:rPr lang="en-US" sz="2000" b="0" dirty="0" err="1">
                <a:latin typeface="Times New Roman" pitchFamily="18" charset="0"/>
                <a:cs typeface="Times New Roman" pitchFamily="18" charset="0"/>
              </a:rPr>
              <a:t>t+b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/a) = x(a(</a:t>
            </a:r>
            <a:r>
              <a:rPr lang="en-US" sz="2000" b="0" dirty="0" err="1">
                <a:latin typeface="Times New Roman" pitchFamily="18" charset="0"/>
                <a:cs typeface="Times New Roman" pitchFamily="18" charset="0"/>
              </a:rPr>
              <a:t>t+b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/a))=x(</a:t>
            </a:r>
            <a:r>
              <a:rPr lang="en-US" sz="2000" b="0" dirty="0" err="1">
                <a:latin typeface="Times New Roman" pitchFamily="18" charset="0"/>
                <a:cs typeface="Times New Roman" pitchFamily="18" charset="0"/>
              </a:rPr>
              <a:t>at+b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163848" name="Rectangle 8"/>
          <p:cNvSpPr>
            <a:spLocks noChangeArrowheads="1"/>
          </p:cNvSpPr>
          <p:nvPr/>
        </p:nvSpPr>
        <p:spPr bwMode="auto">
          <a:xfrm>
            <a:off x="393700" y="5346700"/>
            <a:ext cx="7772400" cy="8255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The operations are always performed </a:t>
            </a:r>
            <a:r>
              <a:rPr lang="en-US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w.r.t</a:t>
            </a: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. the time variable </a:t>
            </a:r>
            <a:r>
              <a:rPr lang="en-US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directly (be careful about </a:t>
            </a:r>
            <a:r>
              <a:rPr lang="en-US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–t</a:t>
            </a: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)!</a:t>
            </a:r>
            <a:endParaRPr lang="en-US" i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7412" name="Object 9"/>
          <p:cNvGraphicFramePr>
            <a:graphicFrameLocks noChangeAspect="1"/>
          </p:cNvGraphicFramePr>
          <p:nvPr/>
        </p:nvGraphicFramePr>
        <p:xfrm>
          <a:off x="1981200" y="2286000"/>
          <a:ext cx="10414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6" name="Equation" r:id="rId8" imgW="558720" imgH="203040" progId="Equation.3">
                  <p:embed/>
                </p:oleObj>
              </mc:Choice>
              <mc:Fallback>
                <p:oleObj name="Equation" r:id="rId8" imgW="558720" imgH="203040" progId="Equation.3">
                  <p:embed/>
                  <p:pic>
                    <p:nvPicPr>
                      <p:cNvPr id="174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86000"/>
                        <a:ext cx="1041400" cy="376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Rectangle 10"/>
          <p:cNvSpPr>
            <a:spLocks noChangeArrowheads="1"/>
          </p:cNvSpPr>
          <p:nvPr/>
        </p:nvSpPr>
        <p:spPr bwMode="auto">
          <a:xfrm>
            <a:off x="381000" y="2209800"/>
            <a:ext cx="7772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Find</a:t>
            </a: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7" grpId="0"/>
      <p:bldP spid="16384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algn="r"/>
            <a:fld id="{7A65BF99-0365-4788-A7C5-586C0382C80B}" type="slidenum">
              <a:rPr lang="zh-CN" altLang="en-US" b="1" smtClean="0"/>
              <a:pPr algn="r"/>
              <a:t>33</a:t>
            </a:fld>
            <a:endParaRPr lang="en-US" altLang="zh-CN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Signals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Classifications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Basic Signal Operations</a:t>
            </a:r>
          </a:p>
          <a:p>
            <a:pPr marL="800100" lvl="1" indent="-342900">
              <a:spcBef>
                <a:spcPct val="20000"/>
              </a:spcBef>
              <a:defRPr/>
            </a:pPr>
            <a:r>
              <a:rPr lang="en-US" altLang="zh-CN" b="1" dirty="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zh-CN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Elementary Signals</a:t>
            </a:r>
            <a:endParaRPr kumimoji="0" lang="en-US" altLang="zh-CN" b="1" i="0" u="none" strike="noStrike" kern="1200" cap="none" spc="0" normalizeH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/>
              <a:t>ELEMENTARY SIGNALS: UNIT STEP FUNCTION</a:t>
            </a:r>
          </a:p>
        </p:txBody>
      </p:sp>
      <p:sp>
        <p:nvSpPr>
          <p:cNvPr id="18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69900"/>
          </a:xfrm>
        </p:spPr>
        <p:txBody>
          <a:bodyPr/>
          <a:lstStyle/>
          <a:p>
            <a:pPr eaLnBrk="1" hangingPunct="1"/>
            <a:r>
              <a:rPr lang="en-US" dirty="0"/>
              <a:t>Unit step function</a:t>
            </a:r>
          </a:p>
          <a:p>
            <a:pPr eaLnBrk="1" hangingPunct="1">
              <a:buFontTx/>
              <a:buNone/>
            </a:pPr>
            <a:endParaRPr lang="en-US" dirty="0"/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2057400" y="1219200"/>
          <a:ext cx="18700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4" imgW="1002960" imgH="457200" progId="Equation.3">
                  <p:embed/>
                </p:oleObj>
              </mc:Choice>
              <mc:Fallback>
                <p:oleObj name="Equation" r:id="rId4" imgW="1002960" imgH="457200" progId="Equation.3">
                  <p:embed/>
                  <p:pic>
                    <p:nvPicPr>
                      <p:cNvPr id="1843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219200"/>
                        <a:ext cx="1870075" cy="847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16"/>
          <p:cNvGraphicFramePr>
            <a:graphicFrameLocks noChangeAspect="1"/>
          </p:cNvGraphicFramePr>
          <p:nvPr/>
        </p:nvGraphicFramePr>
        <p:xfrm>
          <a:off x="2362200" y="3048000"/>
          <a:ext cx="305117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6" imgW="1638000" imgH="583920" progId="Equation.3">
                  <p:embed/>
                </p:oleObj>
              </mc:Choice>
              <mc:Fallback>
                <p:oleObj name="Equation" r:id="rId6" imgW="1638000" imgH="583920" progId="Equation.3">
                  <p:embed/>
                  <p:pic>
                    <p:nvPicPr>
                      <p:cNvPr id="1843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048000"/>
                        <a:ext cx="3051175" cy="1082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3"/>
          <p:cNvSpPr txBox="1">
            <a:spLocks noChangeArrowheads="1"/>
          </p:cNvSpPr>
          <p:nvPr/>
        </p:nvSpPr>
        <p:spPr>
          <a:xfrm>
            <a:off x="609600" y="2743200"/>
            <a:ext cx="7772400" cy="4699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Example: rectangular pulse</a:t>
            </a:r>
          </a:p>
          <a:p>
            <a:pPr marL="800100" lvl="1" indent="-342900">
              <a:spcBef>
                <a:spcPct val="20000"/>
              </a:spcBef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>
          <a:xfrm>
            <a:off x="685800" y="4057650"/>
            <a:ext cx="7772400" cy="5905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800100" lvl="1" indent="-342900">
              <a:spcBef>
                <a:spcPct val="20000"/>
              </a:spcBef>
              <a:defRPr/>
            </a:pPr>
            <a:r>
              <a:rPr kumimoji="0" lang="en-US" altLang="zh-CN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Express               as a function of </a:t>
            </a:r>
            <a:r>
              <a:rPr kumimoji="0" lang="en-US" altLang="zh-CN" i="1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</a:t>
            </a:r>
            <a:r>
              <a:rPr kumimoji="0" lang="en-US" altLang="zh-CN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i="1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</a:t>
            </a:r>
            <a:r>
              <a:rPr kumimoji="0" lang="en-US" altLang="zh-CN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128016" name="Object 16"/>
          <p:cNvGraphicFramePr>
            <a:graphicFrameLocks noChangeAspect="1"/>
          </p:cNvGraphicFramePr>
          <p:nvPr/>
        </p:nvGraphicFramePr>
        <p:xfrm>
          <a:off x="2057400" y="4038600"/>
          <a:ext cx="6858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quation" r:id="rId8" imgW="368280" imgH="215640" progId="Equation.3">
                  <p:embed/>
                </p:oleObj>
              </mc:Choice>
              <mc:Fallback>
                <p:oleObj name="Equation" r:id="rId8" imgW="368280" imgH="215640" progId="Equation.3">
                  <p:embed/>
                  <p:pic>
                    <p:nvPicPr>
                      <p:cNvPr id="1280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38600"/>
                        <a:ext cx="6858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357795"/>
              </p:ext>
            </p:extLst>
          </p:nvPr>
        </p:nvGraphicFramePr>
        <p:xfrm>
          <a:off x="5812905" y="936139"/>
          <a:ext cx="2645295" cy="1597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Graph system" r:id="rId10" imgW="13091074" imgH="7901886" progId="GraphFile">
                  <p:embed/>
                </p:oleObj>
              </mc:Choice>
              <mc:Fallback>
                <p:oleObj name="Graph system" r:id="rId10" imgW="13091074" imgH="7901886" progId="GraphFil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12905" y="936139"/>
                        <a:ext cx="2645295" cy="15975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106628"/>
              </p:ext>
            </p:extLst>
          </p:nvPr>
        </p:nvGraphicFramePr>
        <p:xfrm>
          <a:off x="5180013" y="3209925"/>
          <a:ext cx="3200400" cy="19327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2" name="Graph system" r:id="rId12" imgW="13091074" imgH="7901886" progId="GraphFile">
                  <p:embed/>
                </p:oleObj>
              </mc:Choice>
              <mc:Fallback>
                <p:oleObj name="Graph system" r:id="rId12" imgW="13091074" imgH="7901886" progId="GraphFil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80013" y="3209925"/>
                        <a:ext cx="3200400" cy="19327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6934200" y="2430438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step function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6172200" y="5354250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 pulse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ELEMENTARY SIGNALS: RAMP FUNCTION</a:t>
            </a:r>
          </a:p>
        </p:txBody>
      </p:sp>
      <p:sp>
        <p:nvSpPr>
          <p:cNvPr id="19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57200"/>
          </a:xfrm>
        </p:spPr>
        <p:txBody>
          <a:bodyPr/>
          <a:lstStyle/>
          <a:p>
            <a:pPr eaLnBrk="1" hangingPunct="1"/>
            <a:r>
              <a:rPr lang="en-US"/>
              <a:t>The Ramp function</a:t>
            </a:r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/>
        </p:nvGraphicFramePr>
        <p:xfrm>
          <a:off x="2427288" y="1682750"/>
          <a:ext cx="14668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4" name="Equation" r:id="rId4" imgW="787320" imgH="203040" progId="Equation.3">
                  <p:embed/>
                </p:oleObj>
              </mc:Choice>
              <mc:Fallback>
                <p:oleObj name="Equation" r:id="rId4" imgW="787320" imgH="203040" progId="Equation.3">
                  <p:embed/>
                  <p:pic>
                    <p:nvPicPr>
                      <p:cNvPr id="1945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1682750"/>
                        <a:ext cx="1466850" cy="377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Line 6"/>
          <p:cNvSpPr>
            <a:spLocks noChangeShapeType="1"/>
          </p:cNvSpPr>
          <p:nvPr/>
        </p:nvSpPr>
        <p:spPr bwMode="auto">
          <a:xfrm>
            <a:off x="5524500" y="2209800"/>
            <a:ext cx="195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469" name="Line 7"/>
          <p:cNvSpPr>
            <a:spLocks noChangeShapeType="1"/>
          </p:cNvSpPr>
          <p:nvPr/>
        </p:nvSpPr>
        <p:spPr bwMode="auto">
          <a:xfrm flipV="1">
            <a:off x="6146800" y="1206500"/>
            <a:ext cx="0" cy="1003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459" name="Object 10"/>
          <p:cNvGraphicFramePr>
            <a:graphicFrameLocks noChangeAspect="1"/>
          </p:cNvGraphicFramePr>
          <p:nvPr/>
        </p:nvGraphicFramePr>
        <p:xfrm>
          <a:off x="7935913" y="2268538"/>
          <a:ext cx="1651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5" name="Equation" r:id="rId6" imgW="88560" imgH="152280" progId="Equation.3">
                  <p:embed/>
                </p:oleObj>
              </mc:Choice>
              <mc:Fallback>
                <p:oleObj name="Equation" r:id="rId6" imgW="88560" imgH="152280" progId="Equation.3">
                  <p:embed/>
                  <p:pic>
                    <p:nvPicPr>
                      <p:cNvPr id="19459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2268538"/>
                        <a:ext cx="165100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2"/>
          <p:cNvGraphicFramePr>
            <a:graphicFrameLocks noChangeAspect="1"/>
          </p:cNvGraphicFramePr>
          <p:nvPr/>
        </p:nvGraphicFramePr>
        <p:xfrm>
          <a:off x="5726113" y="901700"/>
          <a:ext cx="496887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6" name="Equation" r:id="rId8" imgW="266400" imgH="203040" progId="Equation.3">
                  <p:embed/>
                </p:oleObj>
              </mc:Choice>
              <mc:Fallback>
                <p:oleObj name="Equation" r:id="rId8" imgW="266400" imgH="203040" progId="Equation.3">
                  <p:embed/>
                  <p:pic>
                    <p:nvPicPr>
                      <p:cNvPr id="1946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113" y="901700"/>
                        <a:ext cx="496887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13"/>
          <p:cNvGraphicFramePr>
            <a:graphicFrameLocks noChangeAspect="1"/>
          </p:cNvGraphicFramePr>
          <p:nvPr/>
        </p:nvGraphicFramePr>
        <p:xfrm>
          <a:off x="6034088" y="2246313"/>
          <a:ext cx="2349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name="Equation" r:id="rId10" imgW="126720" imgH="177480" progId="Equation.3">
                  <p:embed/>
                </p:oleObj>
              </mc:Choice>
              <mc:Fallback>
                <p:oleObj name="Equation" r:id="rId10" imgW="126720" imgH="177480" progId="Equation.3">
                  <p:embed/>
                  <p:pic>
                    <p:nvPicPr>
                      <p:cNvPr id="194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088" y="2246313"/>
                        <a:ext cx="23495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0" name="Line 14"/>
          <p:cNvSpPr>
            <a:spLocks noChangeShapeType="1"/>
          </p:cNvSpPr>
          <p:nvPr/>
        </p:nvSpPr>
        <p:spPr bwMode="auto">
          <a:xfrm flipV="1">
            <a:off x="6146800" y="1244600"/>
            <a:ext cx="965200" cy="96520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469900" y="2781300"/>
            <a:ext cx="826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The Ramp function is obtained by integrating the unit step function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graphicFrame>
        <p:nvGraphicFramePr>
          <p:cNvPr id="19462" name="Object 16"/>
          <p:cNvGraphicFramePr>
            <a:graphicFrameLocks noChangeAspect="1"/>
          </p:cNvGraphicFramePr>
          <p:nvPr/>
        </p:nvGraphicFramePr>
        <p:xfrm>
          <a:off x="1905000" y="3276600"/>
          <a:ext cx="132715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8" name="Equation" r:id="rId12" imgW="711000" imgH="330120" progId="Equation.3">
                  <p:embed/>
                </p:oleObj>
              </mc:Choice>
              <mc:Fallback>
                <p:oleObj name="Equation" r:id="rId12" imgW="711000" imgH="330120" progId="Equation.3">
                  <p:embed/>
                  <p:pic>
                    <p:nvPicPr>
                      <p:cNvPr id="1946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276600"/>
                        <a:ext cx="1327150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5930900" y="2474525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ramp function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/>
              <a:t>ELEMENTARY SIGNALS: UNIT IMPULSE FUNCTION</a:t>
            </a:r>
          </a:p>
        </p:txBody>
      </p:sp>
      <p:sp>
        <p:nvSpPr>
          <p:cNvPr id="204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82600"/>
          </a:xfrm>
        </p:spPr>
        <p:txBody>
          <a:bodyPr/>
          <a:lstStyle/>
          <a:p>
            <a:pPr eaLnBrk="1" hangingPunct="1"/>
            <a:r>
              <a:rPr lang="en-US"/>
              <a:t>Unit impulse function (Dirac delta function)</a:t>
            </a:r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1981200" y="1371600"/>
          <a:ext cx="2209800" cy="1464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1" name="Equation" r:id="rId3" imgW="1371600" imgH="914400" progId="Equation.3">
                  <p:embed/>
                </p:oleObj>
              </mc:Choice>
              <mc:Fallback>
                <p:oleObj name="Equation" r:id="rId3" imgW="1371600" imgH="914400" progId="Equation.3">
                  <p:embed/>
                  <p:pic>
                    <p:nvPicPr>
                      <p:cNvPr id="2048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371600"/>
                        <a:ext cx="2209800" cy="146450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350000" y="1308100"/>
            <a:ext cx="1955800" cy="1358900"/>
            <a:chOff x="3536" y="832"/>
            <a:chExt cx="1232" cy="856"/>
          </a:xfrm>
        </p:grpSpPr>
        <p:sp>
          <p:nvSpPr>
            <p:cNvPr id="20505" name="Line 5"/>
            <p:cNvSpPr>
              <a:spLocks noChangeShapeType="1"/>
            </p:cNvSpPr>
            <p:nvPr/>
          </p:nvSpPr>
          <p:spPr bwMode="auto">
            <a:xfrm>
              <a:off x="3536" y="1688"/>
              <a:ext cx="12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Line 6"/>
            <p:cNvSpPr>
              <a:spLocks noChangeShapeType="1"/>
            </p:cNvSpPr>
            <p:nvPr/>
          </p:nvSpPr>
          <p:spPr bwMode="auto">
            <a:xfrm flipV="1">
              <a:off x="4144" y="832"/>
              <a:ext cx="0" cy="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Line 7"/>
            <p:cNvSpPr>
              <a:spLocks noChangeShapeType="1"/>
            </p:cNvSpPr>
            <p:nvPr/>
          </p:nvSpPr>
          <p:spPr bwMode="auto">
            <a:xfrm flipV="1">
              <a:off x="4144" y="1080"/>
              <a:ext cx="0" cy="608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0483" name="Object 8"/>
          <p:cNvGraphicFramePr>
            <a:graphicFrameLocks noChangeAspect="1"/>
          </p:cNvGraphicFramePr>
          <p:nvPr/>
        </p:nvGraphicFramePr>
        <p:xfrm>
          <a:off x="6729413" y="1522413"/>
          <a:ext cx="396875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2" name="Equation" r:id="rId5" imgW="291960" imgH="203040" progId="Equation.3">
                  <p:embed/>
                </p:oleObj>
              </mc:Choice>
              <mc:Fallback>
                <p:oleObj name="Equation" r:id="rId5" imgW="291960" imgH="203040" progId="Equation.3">
                  <p:embed/>
                  <p:pic>
                    <p:nvPicPr>
                      <p:cNvPr id="2048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413" y="1522413"/>
                        <a:ext cx="396875" cy="274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9" name="Rectangle 9"/>
          <p:cNvSpPr>
            <a:spLocks noChangeArrowheads="1"/>
          </p:cNvSpPr>
          <p:nvPr/>
        </p:nvSpPr>
        <p:spPr bwMode="auto">
          <a:xfrm>
            <a:off x="558800" y="2997200"/>
            <a:ext cx="8280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delta function can be viewed as the limit of the rectangular pulse</a:t>
            </a:r>
          </a:p>
        </p:txBody>
      </p:sp>
      <p:graphicFrame>
        <p:nvGraphicFramePr>
          <p:cNvPr id="20484" name="Object 20"/>
          <p:cNvGraphicFramePr>
            <a:graphicFrameLocks noChangeAspect="1"/>
          </p:cNvGraphicFramePr>
          <p:nvPr/>
        </p:nvGraphicFramePr>
        <p:xfrm>
          <a:off x="2157413" y="3465513"/>
          <a:ext cx="1881187" cy="528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3" name="Equation" r:id="rId7" imgW="990360" imgH="279360" progId="Equation.3">
                  <p:embed/>
                </p:oleObj>
              </mc:Choice>
              <mc:Fallback>
                <p:oleObj name="Equation" r:id="rId7" imgW="990360" imgH="279360" progId="Equation.3">
                  <p:embed/>
                  <p:pic>
                    <p:nvPicPr>
                      <p:cNvPr id="204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3" y="3465513"/>
                        <a:ext cx="1881187" cy="528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1" name="Rectangle 22"/>
          <p:cNvSpPr>
            <a:spLocks noChangeArrowheads="1"/>
          </p:cNvSpPr>
          <p:nvPr/>
        </p:nvSpPr>
        <p:spPr bwMode="auto">
          <a:xfrm>
            <a:off x="508000" y="4178300"/>
            <a:ext cx="7772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Relationship between         and 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) </a:t>
            </a:r>
          </a:p>
        </p:txBody>
      </p:sp>
      <p:graphicFrame>
        <p:nvGraphicFramePr>
          <p:cNvPr id="170008" name="Object 24"/>
          <p:cNvGraphicFramePr>
            <a:graphicFrameLocks noChangeAspect="1"/>
          </p:cNvGraphicFramePr>
          <p:nvPr/>
        </p:nvGraphicFramePr>
        <p:xfrm>
          <a:off x="4495800" y="5257800"/>
          <a:ext cx="1319212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4" name="Equation" r:id="rId9" imgW="787320" imgH="393480" progId="Equation.3">
                  <p:embed/>
                </p:oleObj>
              </mc:Choice>
              <mc:Fallback>
                <p:oleObj name="Equation" r:id="rId9" imgW="787320" imgH="393480" progId="Equation.3">
                  <p:embed/>
                  <p:pic>
                    <p:nvPicPr>
                      <p:cNvPr id="17000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257800"/>
                        <a:ext cx="1319212" cy="6572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26"/>
          <p:cNvGraphicFramePr>
            <a:graphicFrameLocks noChangeAspect="1"/>
          </p:cNvGraphicFramePr>
          <p:nvPr/>
        </p:nvGraphicFramePr>
        <p:xfrm>
          <a:off x="7221538" y="2695575"/>
          <a:ext cx="174625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5" name="Equation" r:id="rId11" imgW="126720" imgH="177480" progId="Equation.3">
                  <p:embed/>
                </p:oleObj>
              </mc:Choice>
              <mc:Fallback>
                <p:oleObj name="Equation" r:id="rId11" imgW="126720" imgH="177480" progId="Equation.3">
                  <p:embed/>
                  <p:pic>
                    <p:nvPicPr>
                      <p:cNvPr id="2048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1538" y="2695575"/>
                        <a:ext cx="174625" cy="239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27"/>
          <p:cNvGraphicFramePr>
            <a:graphicFrameLocks noChangeAspect="1"/>
          </p:cNvGraphicFramePr>
          <p:nvPr/>
        </p:nvGraphicFramePr>
        <p:xfrm>
          <a:off x="8224838" y="2724150"/>
          <a:ext cx="122237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6" name="Equation" r:id="rId13" imgW="88560" imgH="152280" progId="Equation.3">
                  <p:embed/>
                </p:oleObj>
              </mc:Choice>
              <mc:Fallback>
                <p:oleObj name="Equation" r:id="rId13" imgW="88560" imgH="152280" progId="Equation.3">
                  <p:embed/>
                  <p:pic>
                    <p:nvPicPr>
                      <p:cNvPr id="2048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4838" y="2724150"/>
                        <a:ext cx="122237" cy="20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1" name="Object 20"/>
          <p:cNvGraphicFramePr>
            <a:graphicFrameLocks noChangeAspect="1"/>
          </p:cNvGraphicFramePr>
          <p:nvPr/>
        </p:nvGraphicFramePr>
        <p:xfrm>
          <a:off x="3581400" y="4267200"/>
          <a:ext cx="439271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7" name="Equation" r:id="rId15" imgW="291960" imgH="203040" progId="Equation.3">
                  <p:embed/>
                </p:oleObj>
              </mc:Choice>
              <mc:Fallback>
                <p:oleObj name="Equation" r:id="rId15" imgW="291960" imgH="203040" progId="Equation.3">
                  <p:embed/>
                  <p:pic>
                    <p:nvPicPr>
                      <p:cNvPr id="13006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267200"/>
                        <a:ext cx="439271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62" name="Object 4"/>
          <p:cNvGraphicFramePr>
            <a:graphicFrameLocks noChangeAspect="1"/>
          </p:cNvGraphicFramePr>
          <p:nvPr/>
        </p:nvGraphicFramePr>
        <p:xfrm>
          <a:off x="1676400" y="5257800"/>
          <a:ext cx="161607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8" name="Equation" r:id="rId17" imgW="1002960" imgH="330120" progId="Equation.3">
                  <p:embed/>
                </p:oleObj>
              </mc:Choice>
              <mc:Fallback>
                <p:oleObj name="Equation" r:id="rId17" imgW="1002960" imgH="330120" progId="Equation.3">
                  <p:embed/>
                  <p:pic>
                    <p:nvPicPr>
                      <p:cNvPr id="1300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257800"/>
                        <a:ext cx="1616075" cy="5302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843215"/>
              </p:ext>
            </p:extLst>
          </p:nvPr>
        </p:nvGraphicFramePr>
        <p:xfrm>
          <a:off x="6001544" y="3809999"/>
          <a:ext cx="2439987" cy="1473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9" name="Graph system" r:id="rId19" imgW="13091074" imgH="7901886" progId="GraphFile">
                  <p:embed/>
                </p:oleObj>
              </mc:Choice>
              <mc:Fallback>
                <p:oleObj name="Graph system" r:id="rId19" imgW="13091074" imgH="7901886" progId="GraphFil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01544" y="3809999"/>
                        <a:ext cx="2439987" cy="1473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6629400" y="2844170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impulse function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6547184" y="5308250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 pulse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/>
              <a:t>ELEMENTARY SIGNALS: UNIT IMPULSE FUNCTION </a:t>
            </a:r>
          </a:p>
        </p:txBody>
      </p:sp>
      <p:sp>
        <p:nvSpPr>
          <p:cNvPr id="215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546100"/>
          </a:xfrm>
        </p:spPr>
        <p:txBody>
          <a:bodyPr/>
          <a:lstStyle/>
          <a:p>
            <a:pPr eaLnBrk="1" hangingPunct="1"/>
            <a:r>
              <a:rPr lang="en-US"/>
              <a:t>Sampling property</a:t>
            </a:r>
          </a:p>
          <a:p>
            <a:pPr lvl="1" eaLnBrk="1" hangingPunct="1"/>
            <a:endParaRPr lang="en-US"/>
          </a:p>
        </p:txBody>
      </p:sp>
      <p:graphicFrame>
        <p:nvGraphicFramePr>
          <p:cNvPr id="21506" name="Object 4"/>
          <p:cNvGraphicFramePr>
            <a:graphicFrameLocks noChangeAspect="1"/>
          </p:cNvGraphicFramePr>
          <p:nvPr/>
        </p:nvGraphicFramePr>
        <p:xfrm>
          <a:off x="2362200" y="2514600"/>
          <a:ext cx="2819400" cy="60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4" name="Equation" r:id="rId3" imgW="1523880" imgH="330120" progId="Equation.3">
                  <p:embed/>
                </p:oleObj>
              </mc:Choice>
              <mc:Fallback>
                <p:oleObj name="Equation" r:id="rId3" imgW="1523880" imgH="330120" progId="Equation.3">
                  <p:embed/>
                  <p:pic>
                    <p:nvPicPr>
                      <p:cNvPr id="2150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14600"/>
                        <a:ext cx="2819400" cy="60789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5"/>
          <p:cNvGraphicFramePr>
            <a:graphicFrameLocks noChangeAspect="1"/>
          </p:cNvGraphicFramePr>
          <p:nvPr/>
        </p:nvGraphicFramePr>
        <p:xfrm>
          <a:off x="1066800" y="1447800"/>
          <a:ext cx="36068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5" name="Equation" r:id="rId5" imgW="1688760" imgH="228600" progId="Equation.3">
                  <p:embed/>
                </p:oleObj>
              </mc:Choice>
              <mc:Fallback>
                <p:oleObj name="Equation" r:id="rId5" imgW="1688760" imgH="228600" progId="Equation.3">
                  <p:embed/>
                  <p:pic>
                    <p:nvPicPr>
                      <p:cNvPr id="2150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447800"/>
                        <a:ext cx="3606800" cy="4857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6"/>
          <p:cNvSpPr>
            <a:spLocks noChangeArrowheads="1"/>
          </p:cNvSpPr>
          <p:nvPr/>
        </p:nvSpPr>
        <p:spPr bwMode="auto">
          <a:xfrm>
            <a:off x="647700" y="2070100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Shifting property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</p:txBody>
      </p:sp>
      <p:sp>
        <p:nvSpPr>
          <p:cNvPr id="21514" name="Rectangle 7"/>
          <p:cNvSpPr>
            <a:spLocks noChangeArrowheads="1"/>
          </p:cNvSpPr>
          <p:nvPr/>
        </p:nvSpPr>
        <p:spPr bwMode="auto">
          <a:xfrm>
            <a:off x="723900" y="3378200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Proof:</a:t>
            </a:r>
          </a:p>
          <a:p>
            <a:pPr marL="742950" lvl="1" indent="-285750">
              <a:spcBef>
                <a:spcPct val="20000"/>
              </a:spcBef>
              <a:buFontTx/>
              <a:buChar char="–"/>
            </a:pPr>
            <a:endParaRPr lang="en-US" sz="2000" b="0" dirty="0"/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/>
              <a:t>ELEMENTARY SIGNALS: UNIT IMPULSE FUNCTION </a:t>
            </a:r>
          </a:p>
        </p:txBody>
      </p:sp>
      <p:sp>
        <p:nvSpPr>
          <p:cNvPr id="225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546100"/>
          </a:xfrm>
        </p:spPr>
        <p:txBody>
          <a:bodyPr/>
          <a:lstStyle/>
          <a:p>
            <a:pPr eaLnBrk="1" hangingPunct="1"/>
            <a:r>
              <a:rPr lang="en-US" dirty="0"/>
              <a:t>Scaling property</a:t>
            </a:r>
          </a:p>
        </p:txBody>
      </p:sp>
      <p:graphicFrame>
        <p:nvGraphicFramePr>
          <p:cNvPr id="22530" name="Object 4"/>
          <p:cNvGraphicFramePr>
            <a:graphicFrameLocks noChangeAspect="1"/>
          </p:cNvGraphicFramePr>
          <p:nvPr/>
        </p:nvGraphicFramePr>
        <p:xfrm>
          <a:off x="2936875" y="1258888"/>
          <a:ext cx="2525713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Equation" r:id="rId4" imgW="1485720" imgH="431640" progId="Equation.3">
                  <p:embed/>
                </p:oleObj>
              </mc:Choice>
              <mc:Fallback>
                <p:oleObj name="Equation" r:id="rId4" imgW="1485720" imgH="431640" progId="Equation.3">
                  <p:embed/>
                  <p:pic>
                    <p:nvPicPr>
                      <p:cNvPr id="2253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1258888"/>
                        <a:ext cx="2525713" cy="7302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Rectangle 5"/>
          <p:cNvSpPr>
            <a:spLocks noChangeArrowheads="1"/>
          </p:cNvSpPr>
          <p:nvPr/>
        </p:nvSpPr>
        <p:spPr bwMode="auto">
          <a:xfrm>
            <a:off x="622300" y="2108200"/>
            <a:ext cx="7772400" cy="5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Proof:</a:t>
            </a: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/>
              <a:t>ELEMENTARY SIGNALS: UNIT IMPULSE FUNCTION </a:t>
            </a:r>
          </a:p>
        </p:txBody>
      </p:sp>
      <p:sp>
        <p:nvSpPr>
          <p:cNvPr id="235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Examples</a:t>
            </a:r>
          </a:p>
          <a:p>
            <a:pPr lvl="1" eaLnBrk="1" hangingPunct="1">
              <a:buFontTx/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1550988" y="1331913"/>
          <a:ext cx="2222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8" name="Equation" r:id="rId4" imgW="1307880" imgH="330120" progId="Equation.3">
                  <p:embed/>
                </p:oleObj>
              </mc:Choice>
              <mc:Fallback>
                <p:oleObj name="Equation" r:id="rId4" imgW="1307880" imgH="330120" progId="Equation.3">
                  <p:embed/>
                  <p:pic>
                    <p:nvPicPr>
                      <p:cNvPr id="2355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1331913"/>
                        <a:ext cx="22225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5"/>
          <p:cNvGraphicFramePr>
            <a:graphicFrameLocks noChangeAspect="1"/>
          </p:cNvGraphicFramePr>
          <p:nvPr/>
        </p:nvGraphicFramePr>
        <p:xfrm>
          <a:off x="1576388" y="2665413"/>
          <a:ext cx="2222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9" name="Equation" r:id="rId6" imgW="1307880" imgH="330120" progId="Equation.3">
                  <p:embed/>
                </p:oleObj>
              </mc:Choice>
              <mc:Fallback>
                <p:oleObj name="Equation" r:id="rId6" imgW="1307880" imgH="330120" progId="Equation.3">
                  <p:embed/>
                  <p:pic>
                    <p:nvPicPr>
                      <p:cNvPr id="2355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665413"/>
                        <a:ext cx="22225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6"/>
          <p:cNvGraphicFramePr>
            <a:graphicFrameLocks noChangeAspect="1"/>
          </p:cNvGraphicFramePr>
          <p:nvPr/>
        </p:nvGraphicFramePr>
        <p:xfrm>
          <a:off x="1522413" y="4164013"/>
          <a:ext cx="2609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" name="Equation" r:id="rId8" imgW="1536480" imgH="330120" progId="Equation.3">
                  <p:embed/>
                </p:oleObj>
              </mc:Choice>
              <mc:Fallback>
                <p:oleObj name="Equation" r:id="rId8" imgW="1536480" imgH="330120" progId="Equation.3">
                  <p:embed/>
                  <p:pic>
                    <p:nvPicPr>
                      <p:cNvPr id="235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413" y="4164013"/>
                        <a:ext cx="260985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/>
              <a:t>ELEMENTARY SIGNALS: SAMPLING FUNCTION</a:t>
            </a:r>
          </a:p>
        </p:txBody>
      </p:sp>
      <p:sp>
        <p:nvSpPr>
          <p:cNvPr id="245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876300"/>
            <a:ext cx="7772400" cy="495300"/>
          </a:xfrm>
        </p:spPr>
        <p:txBody>
          <a:bodyPr/>
          <a:lstStyle/>
          <a:p>
            <a:pPr eaLnBrk="1" hangingPunct="1"/>
            <a:r>
              <a:rPr lang="en-US"/>
              <a:t>Sampling function</a:t>
            </a:r>
          </a:p>
          <a:p>
            <a:pPr lvl="1" eaLnBrk="1" hangingPunct="1">
              <a:buFontTx/>
              <a:buNone/>
            </a:pPr>
            <a:endParaRPr lang="en-US"/>
          </a:p>
        </p:txBody>
      </p:sp>
      <p:graphicFrame>
        <p:nvGraphicFramePr>
          <p:cNvPr id="24578" name="Object 4"/>
          <p:cNvGraphicFramePr>
            <a:graphicFrameLocks noChangeAspect="1"/>
          </p:cNvGraphicFramePr>
          <p:nvPr/>
        </p:nvGraphicFramePr>
        <p:xfrm>
          <a:off x="1825625" y="1570038"/>
          <a:ext cx="14446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8" name="Equation" r:id="rId8" imgW="850680" imgH="393480" progId="Equation.3">
                  <p:embed/>
                </p:oleObj>
              </mc:Choice>
              <mc:Fallback>
                <p:oleObj name="Equation" r:id="rId8" imgW="850680" imgH="393480" progId="Equation.3">
                  <p:embed/>
                  <p:pic>
                    <p:nvPicPr>
                      <p:cNvPr id="2457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1570038"/>
                        <a:ext cx="1444625" cy="6667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" name="Rectangle 7"/>
          <p:cNvSpPr>
            <a:spLocks noChangeArrowheads="1"/>
          </p:cNvSpPr>
          <p:nvPr/>
        </p:nvSpPr>
        <p:spPr bwMode="auto">
          <a:xfrm>
            <a:off x="673100" y="2806700"/>
            <a:ext cx="7772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–"/>
            </a:pP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Sampling function can be viewed as scaled version of </a:t>
            </a:r>
            <a:r>
              <a:rPr lang="en-US" sz="2000" b="0" dirty="0" err="1">
                <a:latin typeface="Times New Roman" pitchFamily="18" charset="0"/>
                <a:cs typeface="Times New Roman" pitchFamily="18" charset="0"/>
              </a:rPr>
              <a:t>sinc</a:t>
            </a:r>
            <a:r>
              <a:rPr lang="en-US" sz="2000" b="0" dirty="0">
                <a:latin typeface="Times New Roman" pitchFamily="18" charset="0"/>
                <a:cs typeface="Times New Roman" pitchFamily="18" charset="0"/>
              </a:rPr>
              <a:t>(x)</a:t>
            </a:r>
          </a:p>
          <a:p>
            <a:pPr marL="742950" lvl="1" indent="-285750">
              <a:spcBef>
                <a:spcPct val="20000"/>
              </a:spcBef>
            </a:pPr>
            <a:endParaRPr lang="en-US" sz="2000" b="0" dirty="0"/>
          </a:p>
        </p:txBody>
      </p:sp>
      <p:graphicFrame>
        <p:nvGraphicFramePr>
          <p:cNvPr id="24579" name="Object 8"/>
          <p:cNvGraphicFramePr>
            <a:graphicFrameLocks noChangeAspect="1"/>
          </p:cNvGraphicFramePr>
          <p:nvPr/>
        </p:nvGraphicFramePr>
        <p:xfrm>
          <a:off x="1349375" y="3640138"/>
          <a:ext cx="2651125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9" name="Equation" r:id="rId10" imgW="1562040" imgH="393480" progId="Equation.3">
                  <p:embed/>
                </p:oleObj>
              </mc:Choice>
              <mc:Fallback>
                <p:oleObj name="Equation" r:id="rId10" imgW="1562040" imgH="393480" progId="Equation.3">
                  <p:embed/>
                  <p:pic>
                    <p:nvPicPr>
                      <p:cNvPr id="2457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3640138"/>
                        <a:ext cx="2651125" cy="66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692559"/>
              </p:ext>
            </p:extLst>
          </p:nvPr>
        </p:nvGraphicFramePr>
        <p:xfrm>
          <a:off x="5335587" y="887485"/>
          <a:ext cx="2970213" cy="1793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Graph system" r:id="rId12" imgW="13091074" imgH="7901886" progId="GraphFile">
                  <p:embed/>
                </p:oleObj>
              </mc:Choice>
              <mc:Fallback>
                <p:oleObj name="Graph system" r:id="rId12" imgW="13091074" imgH="7901886" progId="GraphFil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35587" y="887485"/>
                        <a:ext cx="2970213" cy="1793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402" y="2125550"/>
            <a:ext cx="227048" cy="11123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947" y="2129896"/>
            <a:ext cx="279453" cy="1349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053" y="2125550"/>
            <a:ext cx="227048" cy="1112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128" y="2125551"/>
            <a:ext cx="252072" cy="1216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286954"/>
            <a:ext cx="85333" cy="169143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014958"/>
              </p:ext>
            </p:extLst>
          </p:nvPr>
        </p:nvGraphicFramePr>
        <p:xfrm>
          <a:off x="5143500" y="3871912"/>
          <a:ext cx="3581400" cy="2162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1" name="Graph system" r:id="rId17" imgW="13091074" imgH="7901886" progId="GraphFile">
                  <p:embed/>
                </p:oleObj>
              </mc:Choice>
              <mc:Fallback>
                <p:oleObj name="Graph system" r:id="rId17" imgW="13091074" imgH="7901886" progId="GraphFil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143500" y="3871912"/>
                        <a:ext cx="3581400" cy="21628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6075279" y="2575575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function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BC90443-90EE-479E-98BC-D3C8947B6124}"/>
              </a:ext>
            </a:extLst>
          </p:cNvPr>
          <p:cNvSpPr txBox="1"/>
          <p:nvPr/>
        </p:nvSpPr>
        <p:spPr>
          <a:xfrm>
            <a:off x="6407926" y="6034742"/>
            <a:ext cx="236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Sinc</a:t>
            </a:r>
            <a:r>
              <a:rPr lang="en-US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610600" cy="762000"/>
          </a:xfrm>
        </p:spPr>
        <p:txBody>
          <a:bodyPr>
            <a:normAutofit/>
          </a:bodyPr>
          <a:lstStyle/>
          <a:p>
            <a:r>
              <a:rPr lang="en-US" dirty="0"/>
              <a:t>ELEMENTARY SIGNALS: COMPLEX EXPONENTIAL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exponential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Is it periodic?</a:t>
            </a:r>
          </a:p>
          <a:p>
            <a:endParaRPr lang="en-US" dirty="0"/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Matlab</a:t>
            </a:r>
            <a:r>
              <a:rPr lang="en-US" dirty="0"/>
              <a:t> to plot the real part of </a:t>
            </a:r>
          </a:p>
        </p:txBody>
      </p:sp>
      <p:graphicFrame>
        <p:nvGraphicFramePr>
          <p:cNvPr id="126978" name="Object 9"/>
          <p:cNvGraphicFramePr>
            <a:graphicFrameLocks noChangeAspect="1"/>
          </p:cNvGraphicFramePr>
          <p:nvPr/>
        </p:nvGraphicFramePr>
        <p:xfrm>
          <a:off x="2971800" y="1371600"/>
          <a:ext cx="1633538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Equation" r:id="rId3" imgW="876240" imgH="228600" progId="Equation.3">
                  <p:embed/>
                </p:oleObj>
              </mc:Choice>
              <mc:Fallback>
                <p:oleObj name="Equation" r:id="rId3" imgW="876240" imgH="228600" progId="Equation.3">
                  <p:embed/>
                  <p:pic>
                    <p:nvPicPr>
                      <p:cNvPr id="12697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371600"/>
                        <a:ext cx="1633538" cy="4222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79" name="Object 9"/>
          <p:cNvGraphicFramePr>
            <a:graphicFrameLocks noChangeAspect="1"/>
          </p:cNvGraphicFramePr>
          <p:nvPr/>
        </p:nvGraphicFramePr>
        <p:xfrm>
          <a:off x="4724400" y="2971800"/>
          <a:ext cx="3551237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Equation" r:id="rId5" imgW="2082600" imgH="228600" progId="Equation.3">
                  <p:embed/>
                </p:oleObj>
              </mc:Choice>
              <mc:Fallback>
                <p:oleObj name="Equation" r:id="rId5" imgW="2082600" imgH="228600" progId="Equation.3">
                  <p:embed/>
                  <p:pic>
                    <p:nvPicPr>
                      <p:cNvPr id="12697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971800"/>
                        <a:ext cx="3551237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zh-CN" dirty="0">
                <a:ea typeface="宋体" pitchFamily="2" charset="-122"/>
              </a:rPr>
              <a:t>Signals and Classifications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Mathematical representation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Continuous-time </a:t>
            </a:r>
            <a:r>
              <a:rPr lang="en-US" altLang="zh-CN" dirty="0" err="1">
                <a:ea typeface="宋体" pitchFamily="2" charset="-122"/>
              </a:rPr>
              <a:t>v.s</a:t>
            </a:r>
            <a:r>
              <a:rPr lang="en-US" altLang="zh-CN" dirty="0">
                <a:ea typeface="宋体" pitchFamily="2" charset="-122"/>
              </a:rPr>
              <a:t>. discrete-time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Analog </a:t>
            </a:r>
            <a:r>
              <a:rPr lang="en-US" altLang="zh-CN" dirty="0" err="1">
                <a:ea typeface="宋体" pitchFamily="2" charset="-122"/>
              </a:rPr>
              <a:t>v.s</a:t>
            </a:r>
            <a:r>
              <a:rPr lang="en-US" altLang="zh-CN" dirty="0">
                <a:ea typeface="宋体" pitchFamily="2" charset="-122"/>
              </a:rPr>
              <a:t>. digital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Odd </a:t>
            </a:r>
            <a:r>
              <a:rPr lang="en-US" altLang="zh-CN" dirty="0" err="1">
                <a:ea typeface="宋体" pitchFamily="2" charset="-122"/>
              </a:rPr>
              <a:t>v.s</a:t>
            </a:r>
            <a:r>
              <a:rPr lang="en-US" altLang="zh-CN" dirty="0">
                <a:ea typeface="宋体" pitchFamily="2" charset="-122"/>
              </a:rPr>
              <a:t>. even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Periodic </a:t>
            </a:r>
            <a:r>
              <a:rPr lang="en-US" altLang="zh-CN" dirty="0" err="1">
                <a:ea typeface="宋体" pitchFamily="2" charset="-122"/>
              </a:rPr>
              <a:t>v.s</a:t>
            </a:r>
            <a:r>
              <a:rPr lang="en-US" altLang="zh-CN" dirty="0">
                <a:ea typeface="宋体" pitchFamily="2" charset="-122"/>
              </a:rPr>
              <a:t>. </a:t>
            </a:r>
            <a:r>
              <a:rPr lang="en-US" altLang="zh-CN" dirty="0" err="1">
                <a:ea typeface="宋体" pitchFamily="2" charset="-122"/>
              </a:rPr>
              <a:t>aperiodic</a:t>
            </a:r>
            <a:endParaRPr lang="en-US" altLang="zh-CN" dirty="0">
              <a:ea typeface="宋体" pitchFamily="2" charset="-122"/>
            </a:endParaRP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Power </a:t>
            </a:r>
            <a:r>
              <a:rPr lang="en-US" altLang="zh-CN" dirty="0" err="1">
                <a:ea typeface="宋体" pitchFamily="2" charset="-122"/>
              </a:rPr>
              <a:t>v.s</a:t>
            </a:r>
            <a:r>
              <a:rPr lang="en-US" altLang="zh-CN" dirty="0">
                <a:ea typeface="宋体" pitchFamily="2" charset="-122"/>
              </a:rPr>
              <a:t>. energy</a:t>
            </a:r>
          </a:p>
          <a:p>
            <a:pPr lvl="0">
              <a:defRPr/>
            </a:pPr>
            <a:r>
              <a:rPr lang="en-US" altLang="zh-CN" dirty="0">
                <a:ea typeface="宋体" pitchFamily="2" charset="-122"/>
              </a:rPr>
              <a:t>Basic Signal Operations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Time shifting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reflection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Time scaling</a:t>
            </a:r>
          </a:p>
          <a:p>
            <a:pPr lvl="0">
              <a:defRPr/>
            </a:pPr>
            <a:r>
              <a:rPr lang="en-US" altLang="zh-CN" dirty="0">
                <a:ea typeface="宋体" pitchFamily="2" charset="-122"/>
              </a:rPr>
              <a:t>Elementary Signals</a:t>
            </a:r>
          </a:p>
          <a:p>
            <a:pPr lvl="1">
              <a:defRPr/>
            </a:pPr>
            <a:r>
              <a:rPr lang="en-US" dirty="0">
                <a:ea typeface="宋体" pitchFamily="2" charset="-122"/>
              </a:rPr>
              <a:t>Unit step, unit impulse, ramp, sampling function, complex exponential</a:t>
            </a:r>
            <a:endParaRPr lang="en-US" dirty="0"/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610600" y="0"/>
            <a:ext cx="5334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65BF99-0365-4788-A7C5-586C0382C80B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3517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3613985"/>
              </p:ext>
            </p:extLst>
          </p:nvPr>
        </p:nvGraphicFramePr>
        <p:xfrm>
          <a:off x="4268788" y="1230313"/>
          <a:ext cx="5207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Equation" r:id="rId3" imgW="304560" imgH="203040" progId="Equation.3">
                  <p:embed/>
                </p:oleObj>
              </mc:Choice>
              <mc:Fallback>
                <p:oleObj name="Equation" r:id="rId3" imgW="304560" imgH="203040" progId="Equation.3">
                  <p:embed/>
                  <p:pic>
                    <p:nvPicPr>
                      <p:cNvPr id="13517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8788" y="1230313"/>
                        <a:ext cx="52070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3"/>
          <p:cNvGraphicFramePr>
            <a:graphicFrameLocks noChangeAspect="1"/>
          </p:cNvGraphicFramePr>
          <p:nvPr/>
        </p:nvGraphicFramePr>
        <p:xfrm>
          <a:off x="5791200" y="1219200"/>
          <a:ext cx="9810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5" name="Equation" r:id="rId5" imgW="571320" imgH="215640" progId="Equation.3">
                  <p:embed/>
                </p:oleObj>
              </mc:Choice>
              <mc:Fallback>
                <p:oleObj name="Equation" r:id="rId5" imgW="571320" imgH="215640" progId="Equation.3">
                  <p:embed/>
                  <p:pic>
                    <p:nvPicPr>
                      <p:cNvPr id="1351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219200"/>
                        <a:ext cx="981075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74315"/>
  <p:tag name="ORIGINALWIDTH" val="111.7361"/>
  <p:tag name="LATEXADDIN" val="\documentclass{article}&#10;\usepackage{amsmath}&#10;\pagestyle{empty}&#10;\begin{document}&#10;&#10;-$\pi$&#10;&#10;&#10;\end{document}"/>
  <p:tag name="IGUANATEXSIZE" val="20"/>
  <p:tag name="IGUANATEXCURSOR" val="8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173.9783"/>
  <p:tag name="LATEXADDIN" val="\documentclass{article}&#10;\usepackage{amsmath}&#10;\pagestyle{empty}&#10;\begin{document}&#10;&#10;-$2\pi$&#10;&#10;&#10;\end{document}"/>
  <p:tag name="IGUANATEXSIZE" val="20"/>
  <p:tag name="IGUANATEXCURSOR" val="8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.74315"/>
  <p:tag name="ORIGINALWIDTH" val="111.7361"/>
  <p:tag name="LATEXADDIN" val="\documentclass{article}&#10;\usepackage{amsmath}&#10;\pagestyle{empty}&#10;\begin{document}&#10;&#10;-$\pi$&#10;&#10;&#10;\end{document}"/>
  <p:tag name="IGUANATEXSIZE" val="20"/>
  <p:tag name="IGUANATEXCURSOR" val="8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173.9783"/>
  <p:tag name="LATEXADDIN" val="\documentclass{article}&#10;\usepackage{amsmath}&#10;\pagestyle{empty}&#10;\begin{document}&#10;&#10;-$2\pi$&#10;&#10;&#10;\end{document}"/>
  <p:tag name="IGUANATEXSIZE" val="20"/>
  <p:tag name="IGUANATEXCURSOR" val="84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41.99472"/>
  <p:tag name="LATEXADDIN" val="\documentclass{article}&#10;\usepackage{amsmath}&#10;\pagestyle{empty}&#10;\begin{document}&#10;1&#10;&#10;&#10;\end{document}"/>
  <p:tag name="IGUANATEXSIZE" val="20"/>
  <p:tag name="IGUANATEXCURSOR" val="8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2723</TotalTime>
  <Words>1949</Words>
  <Application>Microsoft Office PowerPoint</Application>
  <PresentationFormat>On-screen Show (4:3)</PresentationFormat>
  <Paragraphs>502</Paragraphs>
  <Slides>42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宋体</vt:lpstr>
      <vt:lpstr>Arial</vt:lpstr>
      <vt:lpstr>Arial Black</vt:lpstr>
      <vt:lpstr>Calibri</vt:lpstr>
      <vt:lpstr>Cambria Math</vt:lpstr>
      <vt:lpstr>Times New Roman</vt:lpstr>
      <vt:lpstr>Wingdings</vt:lpstr>
      <vt:lpstr>Office Theme</vt:lpstr>
      <vt:lpstr>Packager Shell Object</vt:lpstr>
      <vt:lpstr>Equation</vt:lpstr>
      <vt:lpstr>Graph system</vt:lpstr>
      <vt:lpstr>ELEG 3124 SYSTEMS AND SIGNALS Ch. 1 Continuous-Time Signals</vt:lpstr>
      <vt:lpstr>OUTLINE</vt:lpstr>
      <vt:lpstr>INTRODUCTION</vt:lpstr>
      <vt:lpstr>INTRODUCTION</vt:lpstr>
      <vt:lpstr>INTRODUCTION</vt:lpstr>
      <vt:lpstr>INTRODUCTION</vt:lpstr>
      <vt:lpstr>OUTLINE</vt:lpstr>
      <vt:lpstr>SIGNALS AND CLASSIFICATIONS</vt:lpstr>
      <vt:lpstr>SIGNALS AND CLASSIFICATIONS</vt:lpstr>
      <vt:lpstr>SIGNALS AND CLASSIFICATIONS</vt:lpstr>
      <vt:lpstr>OUTLINE</vt:lpstr>
      <vt:lpstr>SIGNALS: CONTINUOUS-TIME V.S. DISCRETE-TIME</vt:lpstr>
      <vt:lpstr>SIGNALS: CONTINUOUS-TIME V.S. DISCRETE-TIME</vt:lpstr>
      <vt:lpstr>PowerPoint Presentation</vt:lpstr>
      <vt:lpstr>SIGNALS: EVEN V.S. ODD</vt:lpstr>
      <vt:lpstr>SIGNALS: EVEN V.S. ODD </vt:lpstr>
      <vt:lpstr>PowerPoint Presentation</vt:lpstr>
      <vt:lpstr>PowerPoint Presentation</vt:lpstr>
      <vt:lpstr>SIGNALS: PERIODIC V.S. APERIODIC </vt:lpstr>
      <vt:lpstr>SIGNALS: PERIODIC V.S. APERIODIC </vt:lpstr>
      <vt:lpstr>SIGNALS: PERIODIC V.S. APERIODIC </vt:lpstr>
      <vt:lpstr>SIGNALS: PERIODIC V.S. APERIODIC </vt:lpstr>
      <vt:lpstr>SINGALS: ENERGY V.S. POWER</vt:lpstr>
      <vt:lpstr>SINGALS: ENERGY V.S. POWER</vt:lpstr>
      <vt:lpstr>SINGALS: ENERGY V.S. POWER</vt:lpstr>
      <vt:lpstr>OUTLINE</vt:lpstr>
      <vt:lpstr>OPERATIONS: SHIFTING</vt:lpstr>
      <vt:lpstr>OPERATIONS: SHIFTING</vt:lpstr>
      <vt:lpstr>OPERATIONS: REFLECTION</vt:lpstr>
      <vt:lpstr>OPERATIONS: REFLECTION</vt:lpstr>
      <vt:lpstr>OPERATIONS: TIME-SCALING</vt:lpstr>
      <vt:lpstr>OPERATIONS: TIME-SCALING</vt:lpstr>
      <vt:lpstr>OUTLINE</vt:lpstr>
      <vt:lpstr>ELEMENTARY SIGNALS: UNIT STEP FUNCTION</vt:lpstr>
      <vt:lpstr>ELEMENTARY SIGNALS: RAMP FUNCTION</vt:lpstr>
      <vt:lpstr>ELEMENTARY SIGNALS: UNIT IMPULSE FUNCTION</vt:lpstr>
      <vt:lpstr>ELEMENTARY SIGNALS: UNIT IMPULSE FUNCTION </vt:lpstr>
      <vt:lpstr>ELEMENTARY SIGNALS: UNIT IMPULSE FUNCTION </vt:lpstr>
      <vt:lpstr>ELEMENTARY SIGNALS: UNIT IMPULSE FUNCTION </vt:lpstr>
      <vt:lpstr>ELEMENTARY SIGNALS: SAMPLING FUNCTION</vt:lpstr>
      <vt:lpstr>ELEMENTARY SIGNALS: COMPLEX EXPONENTIAL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517</cp:revision>
  <dcterms:created xsi:type="dcterms:W3CDTF">2006-08-16T00:00:00Z</dcterms:created>
  <dcterms:modified xsi:type="dcterms:W3CDTF">2020-01-14T20:46:02Z</dcterms:modified>
</cp:coreProperties>
</file>